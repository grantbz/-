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6256000" cy="9144000"/>
  <p:notesSz cx="9144000" cy="16256000"/>
  <p:embeddedFontLst>
    <p:embeddedFont>
      <p:font typeface="MiSans" pitchFamily="34" charset="-122"/>
      <p:regular r:id="rId19"/>
    </p:embeddedFont>
    <p:embeddedFont>
      <p:font typeface="MiSans" pitchFamily="34" charset="-120"/>
      <p:regular r:id="rId20"/>
    </p:embeddedFont>
    <p:embeddedFont>
      <p:font typeface="阿里妈妈数黑体" pitchFamily="34" charset="-122"/>
      <p:bold r:id="rId21"/>
    </p:embeddedFont>
    <p:embeddedFont>
      <p:font typeface="阿里妈妈数黑体" pitchFamily="34" charset="-12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等线" panose="02010600030101010101" charset="-122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b08564489fa93224fc79236a5aab3c1215672719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787" b="78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76A8">
                  <a:alpha val="80000"/>
                </a:srgbClr>
              </a:gs>
              <a:gs pos="50000">
                <a:srgbClr val="1E2124">
                  <a:alpha val="90000"/>
                </a:srgbClr>
              </a:gs>
              <a:gs pos="100000">
                <a:srgbClr val="3E8A6D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12233" y="1286933"/>
            <a:ext cx="1011767" cy="1011767"/>
          </a:xfrm>
          <a:custGeom>
            <a:avLst/>
            <a:gdLst/>
            <a:ahLst/>
            <a:cxnLst/>
            <a:rect l="l" t="t" r="r" b="b"/>
            <a:pathLst>
              <a:path w="1011767" h="1011767">
                <a:moveTo>
                  <a:pt x="152402" y="0"/>
                </a:moveTo>
                <a:lnTo>
                  <a:pt x="859364" y="0"/>
                </a:lnTo>
                <a:cubicBezTo>
                  <a:pt x="943534" y="0"/>
                  <a:pt x="1011767" y="68233"/>
                  <a:pt x="1011767" y="152402"/>
                </a:cubicBezTo>
                <a:lnTo>
                  <a:pt x="1011767" y="859364"/>
                </a:lnTo>
                <a:cubicBezTo>
                  <a:pt x="1011767" y="943534"/>
                  <a:pt x="943534" y="1011767"/>
                  <a:pt x="859364" y="1011767"/>
                </a:cubicBezTo>
                <a:lnTo>
                  <a:pt x="152402" y="1011767"/>
                </a:lnTo>
                <a:cubicBezTo>
                  <a:pt x="68233" y="1011767"/>
                  <a:pt x="0" y="943534"/>
                  <a:pt x="0" y="85936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9300" y="14859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38100"/>
                </a:moveTo>
                <a:lnTo>
                  <a:pt x="255508" y="38100"/>
                </a:lnTo>
                <a:lnTo>
                  <a:pt x="255508" y="293608"/>
                </a:lnTo>
                <a:lnTo>
                  <a:pt x="0" y="293608"/>
                </a:lnTo>
                <a:lnTo>
                  <a:pt x="0" y="38100"/>
                </a:lnTo>
                <a:close/>
                <a:moveTo>
                  <a:pt x="277892" y="38100"/>
                </a:moveTo>
                <a:lnTo>
                  <a:pt x="533400" y="38100"/>
                </a:lnTo>
                <a:lnTo>
                  <a:pt x="533400" y="293608"/>
                </a:lnTo>
                <a:lnTo>
                  <a:pt x="277892" y="293608"/>
                </a:lnTo>
                <a:lnTo>
                  <a:pt x="277892" y="38100"/>
                </a:lnTo>
                <a:close/>
                <a:moveTo>
                  <a:pt x="0" y="315992"/>
                </a:moveTo>
                <a:lnTo>
                  <a:pt x="255508" y="315992"/>
                </a:lnTo>
                <a:lnTo>
                  <a:pt x="255508" y="571500"/>
                </a:lnTo>
                <a:lnTo>
                  <a:pt x="0" y="571500"/>
                </a:lnTo>
                <a:lnTo>
                  <a:pt x="0" y="315992"/>
                </a:lnTo>
                <a:close/>
                <a:moveTo>
                  <a:pt x="277892" y="315992"/>
                </a:moveTo>
                <a:lnTo>
                  <a:pt x="533400" y="315992"/>
                </a:lnTo>
                <a:lnTo>
                  <a:pt x="533400" y="571500"/>
                </a:lnTo>
                <a:lnTo>
                  <a:pt x="277892" y="571500"/>
                </a:lnTo>
                <a:lnTo>
                  <a:pt x="277892" y="315992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6" name="Shape 3"/>
          <p:cNvSpPr/>
          <p:nvPr/>
        </p:nvSpPr>
        <p:spPr>
          <a:xfrm>
            <a:off x="1727200" y="1384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7" name="Text 4"/>
          <p:cNvSpPr/>
          <p:nvPr/>
        </p:nvSpPr>
        <p:spPr>
          <a:xfrm>
            <a:off x="1981200" y="1435100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kern="0" spc="1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COMPREHENSIVE TUTORIAL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81200" y="1841500"/>
            <a:ext cx="3771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Office Productivity Mastery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8000" y="3009900"/>
            <a:ext cx="9144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Office办公软件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4737100"/>
            <a:ext cx="59436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从入门到精通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8000" y="6515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79450" y="666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93923" y="147638"/>
                  <a:pt x="61913" y="115627"/>
                  <a:pt x="61912" y="76200"/>
                </a:cubicBezTo>
                <a:cubicBezTo>
                  <a:pt x="61912" y="36773"/>
                  <a:pt x="93923" y="4763"/>
                  <a:pt x="133350" y="4763"/>
                </a:cubicBezTo>
                <a:cubicBezTo>
                  <a:pt x="172777" y="4763"/>
                  <a:pt x="204787" y="36773"/>
                  <a:pt x="204787" y="76200"/>
                </a:cubicBezTo>
                <a:cubicBezTo>
                  <a:pt x="204787" y="115627"/>
                  <a:pt x="172777" y="147638"/>
                  <a:pt x="133350" y="147638"/>
                </a:cubicBezTo>
                <a:close/>
                <a:moveTo>
                  <a:pt x="115193" y="180975"/>
                </a:moveTo>
                <a:lnTo>
                  <a:pt x="151507" y="180975"/>
                </a:lnTo>
                <a:cubicBezTo>
                  <a:pt x="157282" y="180975"/>
                  <a:pt x="161925" y="185618"/>
                  <a:pt x="161925" y="191393"/>
                </a:cubicBezTo>
                <a:cubicBezTo>
                  <a:pt x="161925" y="193893"/>
                  <a:pt x="161032" y="196275"/>
                  <a:pt x="159425" y="198180"/>
                </a:cubicBezTo>
                <a:lnTo>
                  <a:pt x="143113" y="217230"/>
                </a:lnTo>
                <a:lnTo>
                  <a:pt x="161568" y="285750"/>
                </a:lnTo>
                <a:lnTo>
                  <a:pt x="161925" y="285750"/>
                </a:lnTo>
                <a:lnTo>
                  <a:pt x="182523" y="203299"/>
                </a:lnTo>
                <a:cubicBezTo>
                  <a:pt x="183833" y="198120"/>
                  <a:pt x="189131" y="194965"/>
                  <a:pt x="194131" y="196870"/>
                </a:cubicBezTo>
                <a:cubicBezTo>
                  <a:pt x="230981" y="210919"/>
                  <a:pt x="257175" y="246638"/>
                  <a:pt x="257175" y="288429"/>
                </a:cubicBezTo>
                <a:cubicBezTo>
                  <a:pt x="257175" y="297418"/>
                  <a:pt x="249853" y="304740"/>
                  <a:pt x="240863" y="304740"/>
                </a:cubicBezTo>
                <a:lnTo>
                  <a:pt x="25837" y="304800"/>
                </a:lnTo>
                <a:cubicBezTo>
                  <a:pt x="16847" y="304800"/>
                  <a:pt x="9525" y="297478"/>
                  <a:pt x="9525" y="288488"/>
                </a:cubicBezTo>
                <a:cubicBezTo>
                  <a:pt x="9525" y="246698"/>
                  <a:pt x="35719" y="210979"/>
                  <a:pt x="72569" y="196929"/>
                </a:cubicBezTo>
                <a:cubicBezTo>
                  <a:pt x="77569" y="195024"/>
                  <a:pt x="82868" y="198180"/>
                  <a:pt x="84177" y="203359"/>
                </a:cubicBezTo>
                <a:lnTo>
                  <a:pt x="104775" y="285810"/>
                </a:lnTo>
                <a:lnTo>
                  <a:pt x="105132" y="285810"/>
                </a:lnTo>
                <a:lnTo>
                  <a:pt x="123587" y="217289"/>
                </a:lnTo>
                <a:lnTo>
                  <a:pt x="107275" y="198239"/>
                </a:lnTo>
                <a:cubicBezTo>
                  <a:pt x="105668" y="196334"/>
                  <a:pt x="104775" y="193953"/>
                  <a:pt x="104775" y="191453"/>
                </a:cubicBezTo>
                <a:cubicBezTo>
                  <a:pt x="104775" y="185678"/>
                  <a:pt x="109418" y="181035"/>
                  <a:pt x="115193" y="18103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3" name="Text 10"/>
          <p:cNvSpPr/>
          <p:nvPr/>
        </p:nvSpPr>
        <p:spPr>
          <a:xfrm>
            <a:off x="1270000" y="6489700"/>
            <a:ext cx="1549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主讲人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70000" y="6743700"/>
            <a:ext cx="185801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/>
              <a:t>2250419093</a:t>
            </a:r>
            <a:r>
              <a:rPr lang="zh-CN" altLang="en-US" sz="1600" dirty="0"/>
              <a:t>刘舒</a:t>
            </a:r>
            <a:r>
              <a:rPr lang="zh-CN" altLang="en-US" sz="1600" dirty="0"/>
              <a:t>宇</a:t>
            </a:r>
            <a:endParaRPr lang="zh-CN" alt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38223" y="6515100"/>
            <a:ext cx="12700" cy="609600"/>
          </a:xfrm>
          <a:custGeom>
            <a:avLst/>
            <a:gdLst/>
            <a:ahLst/>
            <a:cxnLst/>
            <a:rect l="l" t="t" r="r" b="b"/>
            <a:pathLst>
              <a:path w="12700" h="609600">
                <a:moveTo>
                  <a:pt x="0" y="0"/>
                </a:moveTo>
                <a:lnTo>
                  <a:pt x="12700" y="0"/>
                </a:lnTo>
                <a:lnTo>
                  <a:pt x="127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557323" y="6515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3728773" y="6667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65663" y="0"/>
                  <a:pt x="57150" y="8513"/>
                  <a:pt x="57150" y="19050"/>
                </a:cubicBezTo>
                <a:lnTo>
                  <a:pt x="57150" y="38100"/>
                </a:lnTo>
                <a:lnTo>
                  <a:pt x="38100" y="38100"/>
                </a:lnTo>
                <a:cubicBezTo>
                  <a:pt x="17085" y="38100"/>
                  <a:pt x="0" y="55185"/>
                  <a:pt x="0" y="76200"/>
                </a:cubicBezTo>
                <a:lnTo>
                  <a:pt x="0" y="104775"/>
                </a:lnTo>
                <a:lnTo>
                  <a:pt x="266700" y="104775"/>
                </a:ln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09550" y="38100"/>
                </a:lnTo>
                <a:lnTo>
                  <a:pt x="209550" y="19050"/>
                </a:lnTo>
                <a:cubicBezTo>
                  <a:pt x="209550" y="8513"/>
                  <a:pt x="201037" y="0"/>
                  <a:pt x="190500" y="0"/>
                </a:cubicBezTo>
                <a:cubicBezTo>
                  <a:pt x="179963" y="0"/>
                  <a:pt x="171450" y="8513"/>
                  <a:pt x="171450" y="19050"/>
                </a:cubicBezTo>
                <a:lnTo>
                  <a:pt x="171450" y="38100"/>
                </a:lnTo>
                <a:lnTo>
                  <a:pt x="95250" y="38100"/>
                </a:lnTo>
                <a:lnTo>
                  <a:pt x="95250" y="19050"/>
                </a:lnTo>
                <a:cubicBezTo>
                  <a:pt x="95250" y="8513"/>
                  <a:pt x="86737" y="0"/>
                  <a:pt x="76200" y="0"/>
                </a:cubicBezTo>
                <a:close/>
                <a:moveTo>
                  <a:pt x="0" y="133350"/>
                </a:move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18" name="Text 15"/>
          <p:cNvSpPr/>
          <p:nvPr/>
        </p:nvSpPr>
        <p:spPr>
          <a:xfrm>
            <a:off x="4319323" y="6489700"/>
            <a:ext cx="1104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培训日期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19323" y="6743700"/>
            <a:ext cx="1168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2024年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8000" y="7759700"/>
            <a:ext cx="1625600" cy="101600"/>
          </a:xfrm>
          <a:custGeom>
            <a:avLst/>
            <a:gdLst/>
            <a:ahLst/>
            <a:cxnLst/>
            <a:rect l="l" t="t" r="r" b="b"/>
            <a:pathLst>
              <a:path w="1625600" h="101600">
                <a:moveTo>
                  <a:pt x="50800" y="0"/>
                </a:moveTo>
                <a:lnTo>
                  <a:pt x="1574800" y="0"/>
                </a:lnTo>
                <a:cubicBezTo>
                  <a:pt x="1602837" y="0"/>
                  <a:pt x="1625600" y="22763"/>
                  <a:pt x="1625600" y="50800"/>
                </a:cubicBezTo>
                <a:lnTo>
                  <a:pt x="1625600" y="50800"/>
                </a:lnTo>
                <a:cubicBezTo>
                  <a:pt x="1625600" y="78837"/>
                  <a:pt x="1602837" y="101600"/>
                  <a:pt x="1574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1" name="Shape 18"/>
          <p:cNvSpPr/>
          <p:nvPr/>
        </p:nvSpPr>
        <p:spPr>
          <a:xfrm>
            <a:off x="2336800" y="7759700"/>
            <a:ext cx="1219200" cy="101600"/>
          </a:xfrm>
          <a:custGeom>
            <a:avLst/>
            <a:gdLst/>
            <a:ahLst/>
            <a:cxnLst/>
            <a:rect l="l" t="t" r="r" b="b"/>
            <a:pathLst>
              <a:path w="1219200" h="101600">
                <a:moveTo>
                  <a:pt x="50800" y="0"/>
                </a:moveTo>
                <a:lnTo>
                  <a:pt x="1168400" y="0"/>
                </a:lnTo>
                <a:cubicBezTo>
                  <a:pt x="1196437" y="0"/>
                  <a:pt x="1219200" y="22763"/>
                  <a:pt x="1219200" y="50800"/>
                </a:cubicBezTo>
                <a:lnTo>
                  <a:pt x="1219200" y="50800"/>
                </a:lnTo>
                <a:cubicBezTo>
                  <a:pt x="1219200" y="78837"/>
                  <a:pt x="1196437" y="101600"/>
                  <a:pt x="1168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2" name="Shape 19"/>
          <p:cNvSpPr/>
          <p:nvPr/>
        </p:nvSpPr>
        <p:spPr>
          <a:xfrm>
            <a:off x="3759200" y="7759700"/>
            <a:ext cx="812800" cy="101600"/>
          </a:xfrm>
          <a:custGeom>
            <a:avLst/>
            <a:gdLst/>
            <a:ahLst/>
            <a:cxnLst/>
            <a:rect l="l" t="t" r="r" b="b"/>
            <a:pathLst>
              <a:path w="812800" h="1016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50800"/>
                </a:lnTo>
                <a:cubicBezTo>
                  <a:pt x="812800" y="78837"/>
                  <a:pt x="790037" y="101600"/>
                  <a:pt x="762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58800"/>
                </a:lnTo>
                <a:cubicBezTo>
                  <a:pt x="101600" y="586837"/>
                  <a:pt x="78837" y="609600"/>
                  <a:pt x="50800" y="609600"/>
                </a:cubicBezTo>
                <a:lnTo>
                  <a:pt x="50800" y="609600"/>
                </a:lnTo>
                <a:cubicBezTo>
                  <a:pt x="22763" y="609600"/>
                  <a:pt x="0" y="586837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" name="Text 1"/>
          <p:cNvSpPr/>
          <p:nvPr/>
        </p:nvSpPr>
        <p:spPr>
          <a:xfrm>
            <a:off x="762000" y="660400"/>
            <a:ext cx="196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COURSE 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2192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课程目录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2133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33400" y="2133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" name="Shape 5"/>
          <p:cNvSpPr/>
          <p:nvPr/>
        </p:nvSpPr>
        <p:spPr>
          <a:xfrm>
            <a:off x="812800" y="2641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994304" y="2819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667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Office套件概览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124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认识五大核心组件及其功能定位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96150" y="285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4A76A8">
              <a:alpha val="5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33400" y="4165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533400" y="4165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4" name="Shape 12"/>
          <p:cNvSpPr/>
          <p:nvPr/>
        </p:nvSpPr>
        <p:spPr>
          <a:xfrm>
            <a:off x="812800" y="4673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994304" y="4851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E8A6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699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Word文档处理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5156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掌握文档创建、格式设置与高级功能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43775" y="488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00757" y="204490"/>
                </a:moveTo>
                <a:cubicBezTo>
                  <a:pt x="98599" y="194890"/>
                  <a:pt x="89074" y="188788"/>
                  <a:pt x="79474" y="190946"/>
                </a:cubicBezTo>
                <a:cubicBezTo>
                  <a:pt x="69875" y="193104"/>
                  <a:pt x="63773" y="202629"/>
                  <a:pt x="65931" y="212229"/>
                </a:cubicBezTo>
                <a:lnTo>
                  <a:pt x="89743" y="319385"/>
                </a:lnTo>
                <a:cubicBezTo>
                  <a:pt x="91455" y="327199"/>
                  <a:pt x="98227" y="332929"/>
                  <a:pt x="106263" y="333375"/>
                </a:cubicBezTo>
                <a:cubicBezTo>
                  <a:pt x="114300" y="333821"/>
                  <a:pt x="121593" y="328836"/>
                  <a:pt x="124123" y="321171"/>
                </a:cubicBezTo>
                <a:lnTo>
                  <a:pt x="142875" y="264840"/>
                </a:lnTo>
                <a:lnTo>
                  <a:pt x="161627" y="321171"/>
                </a:lnTo>
                <a:cubicBezTo>
                  <a:pt x="164157" y="328761"/>
                  <a:pt x="171450" y="333747"/>
                  <a:pt x="179487" y="333375"/>
                </a:cubicBezTo>
                <a:cubicBezTo>
                  <a:pt x="187523" y="333003"/>
                  <a:pt x="194295" y="327273"/>
                  <a:pt x="196007" y="319385"/>
                </a:cubicBezTo>
                <a:lnTo>
                  <a:pt x="219819" y="212229"/>
                </a:lnTo>
                <a:cubicBezTo>
                  <a:pt x="221977" y="202629"/>
                  <a:pt x="215875" y="193030"/>
                  <a:pt x="206276" y="190946"/>
                </a:cubicBezTo>
                <a:cubicBezTo>
                  <a:pt x="196676" y="188863"/>
                  <a:pt x="187077" y="194890"/>
                  <a:pt x="184993" y="204490"/>
                </a:cubicBezTo>
                <a:lnTo>
                  <a:pt x="175171" y="248692"/>
                </a:lnTo>
                <a:lnTo>
                  <a:pt x="159841" y="202704"/>
                </a:lnTo>
                <a:cubicBezTo>
                  <a:pt x="157386" y="195411"/>
                  <a:pt x="150614" y="190500"/>
                  <a:pt x="142875" y="190500"/>
                </a:cubicBezTo>
                <a:cubicBezTo>
                  <a:pt x="135136" y="190500"/>
                  <a:pt x="128364" y="195411"/>
                  <a:pt x="125909" y="202704"/>
                </a:cubicBezTo>
                <a:lnTo>
                  <a:pt x="110579" y="248692"/>
                </a:lnTo>
                <a:lnTo>
                  <a:pt x="100757" y="204490"/>
                </a:lnTo>
                <a:close/>
              </a:path>
            </a:pathLst>
          </a:custGeom>
          <a:solidFill>
            <a:srgbClr val="3E8A6D">
              <a:alpha val="5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533400" y="6197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533400" y="6197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21" name="Shape 19"/>
          <p:cNvSpPr/>
          <p:nvPr/>
        </p:nvSpPr>
        <p:spPr>
          <a:xfrm>
            <a:off x="812800" y="670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994304" y="6883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8543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6731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Excel数据分析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7188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从基础操作到高级数据可视化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9963" y="6921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119063"/>
                </a:moveTo>
                <a:lnTo>
                  <a:pt x="190500" y="190500"/>
                </a:lnTo>
                <a:lnTo>
                  <a:pt x="285750" y="190500"/>
                </a:lnTo>
                <a:lnTo>
                  <a:pt x="285750" y="119063"/>
                </a:lnTo>
                <a:lnTo>
                  <a:pt x="190500" y="119063"/>
                </a:lnTo>
                <a:close/>
                <a:moveTo>
                  <a:pt x="142875" y="119063"/>
                </a:moveTo>
                <a:lnTo>
                  <a:pt x="47625" y="119063"/>
                </a:lnTo>
                <a:lnTo>
                  <a:pt x="47625" y="190500"/>
                </a:lnTo>
                <a:lnTo>
                  <a:pt x="142875" y="190500"/>
                </a:lnTo>
                <a:lnTo>
                  <a:pt x="142875" y="119063"/>
                </a:lnTo>
                <a:close/>
                <a:moveTo>
                  <a:pt x="0" y="238125"/>
                </a:moveTo>
                <a:lnTo>
                  <a:pt x="0" y="71438"/>
                </a:lnTo>
                <a:cubicBezTo>
                  <a:pt x="0" y="45169"/>
                  <a:pt x="21357" y="23812"/>
                  <a:pt x="47625" y="23812"/>
                </a:cubicBezTo>
                <a:lnTo>
                  <a:pt x="285750" y="23812"/>
                </a:lnTo>
                <a:cubicBezTo>
                  <a:pt x="312018" y="23812"/>
                  <a:pt x="333375" y="45169"/>
                  <a:pt x="333375" y="71438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238125"/>
                </a:lnTo>
                <a:close/>
                <a:moveTo>
                  <a:pt x="285750" y="238125"/>
                </a:moveTo>
                <a:lnTo>
                  <a:pt x="190500" y="238125"/>
                </a:lnTo>
                <a:lnTo>
                  <a:pt x="190500" y="309563"/>
                </a:lnTo>
                <a:lnTo>
                  <a:pt x="285750" y="309563"/>
                </a:lnTo>
                <a:lnTo>
                  <a:pt x="285750" y="238125"/>
                </a:lnTo>
                <a:close/>
                <a:moveTo>
                  <a:pt x="142875" y="309563"/>
                </a:moveTo>
                <a:lnTo>
                  <a:pt x="142875" y="238125"/>
                </a:lnTo>
                <a:lnTo>
                  <a:pt x="47625" y="238125"/>
                </a:lnTo>
                <a:lnTo>
                  <a:pt x="47625" y="309563"/>
                </a:lnTo>
                <a:lnTo>
                  <a:pt x="142875" y="309563"/>
                </a:lnTo>
                <a:close/>
              </a:path>
            </a:pathLst>
          </a:custGeom>
          <a:solidFill>
            <a:srgbClr val="C98543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8305800" y="2133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305800" y="2133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8" name="Shape 26"/>
          <p:cNvSpPr/>
          <p:nvPr/>
        </p:nvSpPr>
        <p:spPr>
          <a:xfrm>
            <a:off x="8585200" y="2641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766704" y="2819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0" y="2667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PowerPoint演示制作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124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专业设计原则与高级动画技巧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068550" y="2857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9039" y="170036"/>
                </a:moveTo>
                <a:cubicBezTo>
                  <a:pt x="58936" y="100831"/>
                  <a:pt x="118542" y="47625"/>
                  <a:pt x="190500" y="47625"/>
                </a:cubicBezTo>
                <a:cubicBezTo>
                  <a:pt x="229939" y="47625"/>
                  <a:pt x="265658" y="63624"/>
                  <a:pt x="291554" y="89446"/>
                </a:cubicBezTo>
                <a:cubicBezTo>
                  <a:pt x="291703" y="89595"/>
                  <a:pt x="291852" y="89743"/>
                  <a:pt x="292001" y="89892"/>
                </a:cubicBezTo>
                <a:lnTo>
                  <a:pt x="297656" y="95250"/>
                </a:lnTo>
                <a:lnTo>
                  <a:pt x="262012" y="95250"/>
                </a:lnTo>
                <a:cubicBezTo>
                  <a:pt x="248841" y="95250"/>
                  <a:pt x="238199" y="105891"/>
                  <a:pt x="238199" y="119063"/>
                </a:cubicBezTo>
                <a:cubicBezTo>
                  <a:pt x="238199" y="132234"/>
                  <a:pt x="248841" y="142875"/>
                  <a:pt x="262012" y="142875"/>
                </a:cubicBezTo>
                <a:lnTo>
                  <a:pt x="357262" y="142875"/>
                </a:lnTo>
                <a:cubicBezTo>
                  <a:pt x="370433" y="142875"/>
                  <a:pt x="381074" y="132234"/>
                  <a:pt x="381074" y="119063"/>
                </a:cubicBezTo>
                <a:lnTo>
                  <a:pt x="381074" y="23812"/>
                </a:lnTo>
                <a:cubicBezTo>
                  <a:pt x="381074" y="10641"/>
                  <a:pt x="370433" y="0"/>
                  <a:pt x="357262" y="0"/>
                </a:cubicBezTo>
                <a:cubicBezTo>
                  <a:pt x="344091" y="0"/>
                  <a:pt x="333449" y="10641"/>
                  <a:pt x="333449" y="23812"/>
                </a:cubicBezTo>
                <a:lnTo>
                  <a:pt x="333449" y="63550"/>
                </a:lnTo>
                <a:lnTo>
                  <a:pt x="325041" y="55587"/>
                </a:lnTo>
                <a:cubicBezTo>
                  <a:pt x="290587" y="21282"/>
                  <a:pt x="242962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lose/>
                <a:moveTo>
                  <a:pt x="379065" y="217661"/>
                </a:moveTo>
                <a:cubicBezTo>
                  <a:pt x="380926" y="204639"/>
                  <a:pt x="371847" y="192584"/>
                  <a:pt x="358899" y="190723"/>
                </a:cubicBezTo>
                <a:cubicBezTo>
                  <a:pt x="345951" y="188863"/>
                  <a:pt x="333821" y="197941"/>
                  <a:pt x="331961" y="210889"/>
                </a:cubicBezTo>
                <a:cubicBezTo>
                  <a:pt x="322064" y="280095"/>
                  <a:pt x="262458" y="333301"/>
                  <a:pt x="190500" y="333301"/>
                </a:cubicBezTo>
                <a:cubicBezTo>
                  <a:pt x="151061" y="333301"/>
                  <a:pt x="115342" y="317302"/>
                  <a:pt x="89446" y="291480"/>
                </a:cubicBezTo>
                <a:cubicBezTo>
                  <a:pt x="89297" y="291331"/>
                  <a:pt x="89148" y="291182"/>
                  <a:pt x="88999" y="291033"/>
                </a:cubicBezTo>
                <a:lnTo>
                  <a:pt x="83344" y="285676"/>
                </a:lnTo>
                <a:lnTo>
                  <a:pt x="118988" y="285676"/>
                </a:lnTo>
                <a:cubicBezTo>
                  <a:pt x="132159" y="285676"/>
                  <a:pt x="142801" y="275034"/>
                  <a:pt x="142801" y="261863"/>
                </a:cubicBezTo>
                <a:cubicBezTo>
                  <a:pt x="142801" y="248692"/>
                  <a:pt x="132159" y="238051"/>
                  <a:pt x="118988" y="238051"/>
                </a:cubicBezTo>
                <a:lnTo>
                  <a:pt x="23812" y="238125"/>
                </a:lnTo>
                <a:cubicBezTo>
                  <a:pt x="17487" y="238125"/>
                  <a:pt x="11385" y="240655"/>
                  <a:pt x="6921" y="245194"/>
                </a:cubicBezTo>
                <a:cubicBezTo>
                  <a:pt x="2456" y="249734"/>
                  <a:pt x="-74" y="255761"/>
                  <a:pt x="0" y="262161"/>
                </a:cubicBezTo>
                <a:lnTo>
                  <a:pt x="744" y="356667"/>
                </a:lnTo>
                <a:cubicBezTo>
                  <a:pt x="819" y="369838"/>
                  <a:pt x="11609" y="380405"/>
                  <a:pt x="24780" y="380256"/>
                </a:cubicBezTo>
                <a:cubicBezTo>
                  <a:pt x="37951" y="380107"/>
                  <a:pt x="48518" y="369391"/>
                  <a:pt x="48369" y="356220"/>
                </a:cubicBezTo>
                <a:lnTo>
                  <a:pt x="48071" y="317897"/>
                </a:lnTo>
                <a:lnTo>
                  <a:pt x="56034" y="325413"/>
                </a:lnTo>
                <a:cubicBezTo>
                  <a:pt x="90488" y="359718"/>
                  <a:pt x="138038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4A76A8">
              <a:alpha val="50196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305800" y="4165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8305800" y="4165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5" name="Shape 33"/>
          <p:cNvSpPr/>
          <p:nvPr/>
        </p:nvSpPr>
        <p:spPr>
          <a:xfrm>
            <a:off x="8585200" y="4673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766704" y="4851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E8A6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4699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高效办公技巧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0" y="5156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跨应用通用技能与效率提升方法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5068550" y="488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3E8A6D">
              <a:alpha val="50196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8305800" y="6197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592" y="0"/>
                </a:lnTo>
                <a:cubicBezTo>
                  <a:pt x="7396708" y="0"/>
                  <a:pt x="7442200" y="45492"/>
                  <a:pt x="7442200" y="101608"/>
                </a:cubicBezTo>
                <a:lnTo>
                  <a:pt x="7442200" y="1727192"/>
                </a:lnTo>
                <a:cubicBezTo>
                  <a:pt x="7442200" y="1783308"/>
                  <a:pt x="7396708" y="1828800"/>
                  <a:pt x="7340592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305800" y="6197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2" name="Shape 40"/>
          <p:cNvSpPr/>
          <p:nvPr/>
        </p:nvSpPr>
        <p:spPr>
          <a:xfrm>
            <a:off x="8585200" y="6705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8766704" y="6883400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8543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01200" y="6731000"/>
            <a:ext cx="5372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实战应用案例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601200" y="7188200"/>
            <a:ext cx="5321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典型场景综合应用与解决方案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5116175" y="692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C98543">
              <a:alpha val="5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539750" y="835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8" name="Text 46"/>
          <p:cNvSpPr/>
          <p:nvPr/>
        </p:nvSpPr>
        <p:spPr>
          <a:xfrm>
            <a:off x="977900" y="83312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全课程约120分钟 • 包含理论讲解与实操演示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50876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0" name="Shape 48"/>
          <p:cNvSpPr/>
          <p:nvPr/>
        </p:nvSpPr>
        <p:spPr>
          <a:xfrm>
            <a:off x="153416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1" name="Shape 49"/>
          <p:cNvSpPr/>
          <p:nvPr/>
        </p:nvSpPr>
        <p:spPr>
          <a:xfrm>
            <a:off x="155956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8543"/>
          </a:solidFill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504" y="502504"/>
            <a:ext cx="100501" cy="603005"/>
          </a:xfrm>
          <a:custGeom>
            <a:avLst/>
            <a:gdLst/>
            <a:ahLst/>
            <a:cxnLst/>
            <a:rect l="l" t="t" r="r" b="b"/>
            <a:pathLst>
              <a:path w="100501" h="603005">
                <a:moveTo>
                  <a:pt x="50250" y="0"/>
                </a:moveTo>
                <a:lnTo>
                  <a:pt x="50250" y="0"/>
                </a:lnTo>
                <a:cubicBezTo>
                  <a:pt x="77984" y="0"/>
                  <a:pt x="100501" y="22516"/>
                  <a:pt x="100501" y="50250"/>
                </a:cubicBezTo>
                <a:lnTo>
                  <a:pt x="100501" y="552754"/>
                </a:lnTo>
                <a:cubicBezTo>
                  <a:pt x="100501" y="580507"/>
                  <a:pt x="78003" y="603005"/>
                  <a:pt x="50250" y="603005"/>
                </a:cubicBezTo>
                <a:lnTo>
                  <a:pt x="50250" y="603005"/>
                </a:lnTo>
                <a:cubicBezTo>
                  <a:pt x="22498" y="603005"/>
                  <a:pt x="0" y="580507"/>
                  <a:pt x="0" y="552754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" name="Text 1"/>
          <p:cNvSpPr/>
          <p:nvPr/>
        </p:nvSpPr>
        <p:spPr>
          <a:xfrm>
            <a:off x="753756" y="653255"/>
            <a:ext cx="1871827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kern="0" spc="79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SUITE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504" y="1206009"/>
            <a:ext cx="15552495" cy="603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5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Office套件概览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504" y="1909515"/>
            <a:ext cx="15376618" cy="3517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微软Office五大核心组件及其功能定位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6691" y="2466456"/>
            <a:ext cx="7520808" cy="2370143"/>
          </a:xfrm>
          <a:custGeom>
            <a:avLst/>
            <a:gdLst/>
            <a:ahLst/>
            <a:cxnLst/>
            <a:rect l="l" t="t" r="r" b="b"/>
            <a:pathLst>
              <a:path w="7520808" h="2370143">
                <a:moveTo>
                  <a:pt x="100494" y="0"/>
                </a:moveTo>
                <a:lnTo>
                  <a:pt x="7420314" y="0"/>
                </a:lnTo>
                <a:cubicBezTo>
                  <a:pt x="7475815" y="0"/>
                  <a:pt x="7520808" y="44993"/>
                  <a:pt x="7520808" y="100494"/>
                </a:cubicBezTo>
                <a:lnTo>
                  <a:pt x="7520808" y="2269649"/>
                </a:lnTo>
                <a:cubicBezTo>
                  <a:pt x="7520808" y="2325151"/>
                  <a:pt x="7475815" y="2370143"/>
                  <a:pt x="7420314" y="2370143"/>
                </a:cubicBezTo>
                <a:lnTo>
                  <a:pt x="100494" y="2370143"/>
                </a:lnTo>
                <a:cubicBezTo>
                  <a:pt x="44993" y="2370143"/>
                  <a:pt x="0" y="2325151"/>
                  <a:pt x="0" y="2269649"/>
                </a:cubicBezTo>
                <a:lnTo>
                  <a:pt x="0" y="100494"/>
                </a:lnTo>
                <a:cubicBezTo>
                  <a:pt x="0" y="45030"/>
                  <a:pt x="45030" y="0"/>
                  <a:pt x="10049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  <a:ln w="8467">
            <a:solidFill>
              <a:srgbClr val="4A76A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880" y="2671647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50751" y="0"/>
                </a:moveTo>
                <a:lnTo>
                  <a:pt x="653255" y="0"/>
                </a:lnTo>
                <a:cubicBezTo>
                  <a:pt x="736457" y="0"/>
                  <a:pt x="804006" y="67549"/>
                  <a:pt x="804006" y="150751"/>
                </a:cubicBezTo>
                <a:lnTo>
                  <a:pt x="804006" y="653255"/>
                </a:lnTo>
                <a:cubicBezTo>
                  <a:pt x="804006" y="736457"/>
                  <a:pt x="736457" y="804006"/>
                  <a:pt x="653255" y="804006"/>
                </a:cubicBezTo>
                <a:lnTo>
                  <a:pt x="150751" y="804006"/>
                </a:lnTo>
                <a:cubicBezTo>
                  <a:pt x="67549" y="804006"/>
                  <a:pt x="0" y="736457"/>
                  <a:pt x="0" y="653255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952140" y="2885211"/>
            <a:ext cx="329768" cy="376878"/>
          </a:xfrm>
          <a:custGeom>
            <a:avLst/>
            <a:gdLst/>
            <a:ahLst/>
            <a:cxnLst/>
            <a:rect l="l" t="t" r="r" b="b"/>
            <a:pathLst>
              <a:path w="329768" h="376878">
                <a:moveTo>
                  <a:pt x="0" y="23555"/>
                </a:moveTo>
                <a:lnTo>
                  <a:pt x="157965" y="23555"/>
                </a:lnTo>
                <a:lnTo>
                  <a:pt x="157965" y="181520"/>
                </a:lnTo>
                <a:lnTo>
                  <a:pt x="0" y="181520"/>
                </a:lnTo>
                <a:lnTo>
                  <a:pt x="0" y="23555"/>
                </a:lnTo>
                <a:close/>
                <a:moveTo>
                  <a:pt x="171803" y="23555"/>
                </a:moveTo>
                <a:lnTo>
                  <a:pt x="329768" y="23555"/>
                </a:lnTo>
                <a:lnTo>
                  <a:pt x="329768" y="181520"/>
                </a:lnTo>
                <a:lnTo>
                  <a:pt x="171803" y="181520"/>
                </a:lnTo>
                <a:lnTo>
                  <a:pt x="171803" y="23555"/>
                </a:lnTo>
                <a:close/>
                <a:moveTo>
                  <a:pt x="0" y="195358"/>
                </a:moveTo>
                <a:lnTo>
                  <a:pt x="157965" y="195358"/>
                </a:lnTo>
                <a:lnTo>
                  <a:pt x="157965" y="353323"/>
                </a:lnTo>
                <a:lnTo>
                  <a:pt x="0" y="353323"/>
                </a:lnTo>
                <a:lnTo>
                  <a:pt x="0" y="195358"/>
                </a:lnTo>
                <a:close/>
                <a:moveTo>
                  <a:pt x="171803" y="195358"/>
                </a:moveTo>
                <a:lnTo>
                  <a:pt x="329768" y="195358"/>
                </a:lnTo>
                <a:lnTo>
                  <a:pt x="329768" y="353323"/>
                </a:lnTo>
                <a:lnTo>
                  <a:pt x="171803" y="353323"/>
                </a:lnTo>
                <a:lnTo>
                  <a:pt x="171803" y="195358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716888" y="2671647"/>
            <a:ext cx="6256173" cy="402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6888" y="3123900"/>
            <a:ext cx="6205923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专业文档处理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880" y="3576154"/>
            <a:ext cx="7210930" cy="603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创建、编辑和格式化文本文档,支持样式、表格、图表、目录等高级功能,适用于报告、论文、合同等各类文档。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880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711880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文档排版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17389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817389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样式管理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22898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2922898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目录生成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28406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4028406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邮件合并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6691" y="4995726"/>
            <a:ext cx="7520808" cy="2370143"/>
          </a:xfrm>
          <a:custGeom>
            <a:avLst/>
            <a:gdLst/>
            <a:ahLst/>
            <a:cxnLst/>
            <a:rect l="l" t="t" r="r" b="b"/>
            <a:pathLst>
              <a:path w="7520808" h="2370143">
                <a:moveTo>
                  <a:pt x="100494" y="0"/>
                </a:moveTo>
                <a:lnTo>
                  <a:pt x="7420314" y="0"/>
                </a:lnTo>
                <a:cubicBezTo>
                  <a:pt x="7475815" y="0"/>
                  <a:pt x="7520808" y="44993"/>
                  <a:pt x="7520808" y="100494"/>
                </a:cubicBezTo>
                <a:lnTo>
                  <a:pt x="7520808" y="2269649"/>
                </a:lnTo>
                <a:cubicBezTo>
                  <a:pt x="7520808" y="2325151"/>
                  <a:pt x="7475815" y="2370143"/>
                  <a:pt x="7420314" y="2370143"/>
                </a:cubicBezTo>
                <a:lnTo>
                  <a:pt x="100494" y="2370143"/>
                </a:lnTo>
                <a:cubicBezTo>
                  <a:pt x="44993" y="2370143"/>
                  <a:pt x="0" y="2325151"/>
                  <a:pt x="0" y="2269649"/>
                </a:cubicBezTo>
                <a:lnTo>
                  <a:pt x="0" y="100494"/>
                </a:lnTo>
                <a:cubicBezTo>
                  <a:pt x="0" y="45030"/>
                  <a:pt x="45030" y="0"/>
                  <a:pt x="100494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  <a:ln w="8467">
            <a:solidFill>
              <a:srgbClr val="3E8A6D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880" y="5200915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50751" y="0"/>
                </a:moveTo>
                <a:lnTo>
                  <a:pt x="653255" y="0"/>
                </a:lnTo>
                <a:cubicBezTo>
                  <a:pt x="736457" y="0"/>
                  <a:pt x="804006" y="67549"/>
                  <a:pt x="804006" y="150751"/>
                </a:cubicBezTo>
                <a:lnTo>
                  <a:pt x="804006" y="653255"/>
                </a:lnTo>
                <a:cubicBezTo>
                  <a:pt x="804006" y="736457"/>
                  <a:pt x="736457" y="804006"/>
                  <a:pt x="653255" y="804006"/>
                </a:cubicBezTo>
                <a:lnTo>
                  <a:pt x="150751" y="804006"/>
                </a:lnTo>
                <a:cubicBezTo>
                  <a:pt x="67549" y="804006"/>
                  <a:pt x="0" y="736457"/>
                  <a:pt x="0" y="653255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952140" y="5414479"/>
            <a:ext cx="329768" cy="376878"/>
          </a:xfrm>
          <a:custGeom>
            <a:avLst/>
            <a:gdLst/>
            <a:ahLst/>
            <a:cxnLst/>
            <a:rect l="l" t="t" r="r" b="b"/>
            <a:pathLst>
              <a:path w="329768" h="376878">
                <a:moveTo>
                  <a:pt x="188439" y="117774"/>
                </a:moveTo>
                <a:lnTo>
                  <a:pt x="188439" y="188439"/>
                </a:lnTo>
                <a:lnTo>
                  <a:pt x="282658" y="188439"/>
                </a:lnTo>
                <a:lnTo>
                  <a:pt x="282658" y="117774"/>
                </a:lnTo>
                <a:lnTo>
                  <a:pt x="188439" y="117774"/>
                </a:lnTo>
                <a:close/>
                <a:moveTo>
                  <a:pt x="141329" y="117774"/>
                </a:moveTo>
                <a:lnTo>
                  <a:pt x="47110" y="117774"/>
                </a:lnTo>
                <a:lnTo>
                  <a:pt x="47110" y="188439"/>
                </a:lnTo>
                <a:lnTo>
                  <a:pt x="141329" y="188439"/>
                </a:lnTo>
                <a:lnTo>
                  <a:pt x="141329" y="117774"/>
                </a:lnTo>
                <a:close/>
                <a:moveTo>
                  <a:pt x="0" y="235549"/>
                </a:moveTo>
                <a:lnTo>
                  <a:pt x="0" y="70665"/>
                </a:lnTo>
                <a:cubicBezTo>
                  <a:pt x="0" y="44681"/>
                  <a:pt x="21126" y="23555"/>
                  <a:pt x="47110" y="23555"/>
                </a:cubicBezTo>
                <a:lnTo>
                  <a:pt x="282658" y="23555"/>
                </a:lnTo>
                <a:cubicBezTo>
                  <a:pt x="308642" y="23555"/>
                  <a:pt x="329768" y="44681"/>
                  <a:pt x="329768" y="70665"/>
                </a:cubicBezTo>
                <a:lnTo>
                  <a:pt x="329768" y="306213"/>
                </a:lnTo>
                <a:cubicBezTo>
                  <a:pt x="329768" y="332197"/>
                  <a:pt x="308642" y="353323"/>
                  <a:pt x="282658" y="353323"/>
                </a:cubicBezTo>
                <a:lnTo>
                  <a:pt x="47110" y="353323"/>
                </a:lnTo>
                <a:cubicBezTo>
                  <a:pt x="21126" y="353323"/>
                  <a:pt x="0" y="332197"/>
                  <a:pt x="0" y="306213"/>
                </a:cubicBezTo>
                <a:lnTo>
                  <a:pt x="0" y="235549"/>
                </a:lnTo>
                <a:close/>
                <a:moveTo>
                  <a:pt x="282658" y="235549"/>
                </a:moveTo>
                <a:lnTo>
                  <a:pt x="188439" y="235549"/>
                </a:lnTo>
                <a:lnTo>
                  <a:pt x="188439" y="306213"/>
                </a:lnTo>
                <a:lnTo>
                  <a:pt x="282658" y="306213"/>
                </a:lnTo>
                <a:lnTo>
                  <a:pt x="282658" y="235549"/>
                </a:lnTo>
                <a:close/>
                <a:moveTo>
                  <a:pt x="141329" y="306213"/>
                </a:moveTo>
                <a:lnTo>
                  <a:pt x="141329" y="235549"/>
                </a:lnTo>
                <a:lnTo>
                  <a:pt x="47110" y="235549"/>
                </a:lnTo>
                <a:lnTo>
                  <a:pt x="47110" y="306213"/>
                </a:lnTo>
                <a:lnTo>
                  <a:pt x="141329" y="306213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23" name="Text 21"/>
          <p:cNvSpPr/>
          <p:nvPr/>
        </p:nvSpPr>
        <p:spPr>
          <a:xfrm>
            <a:off x="1716888" y="5200915"/>
            <a:ext cx="6256173" cy="402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16888" y="5653168"/>
            <a:ext cx="6205923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强大数据处理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1880" y="6105422"/>
            <a:ext cx="7210930" cy="603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进行数据录入、计算、分析和可视化,内置函数、透视表、图表等功能,适用于财务报表、数据统计、业务分析等场景。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1880" y="6808927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711880" y="6808927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函数计算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17389" y="6808927"/>
            <a:ext cx="1180884" cy="351753"/>
          </a:xfrm>
          <a:custGeom>
            <a:avLst/>
            <a:gdLst/>
            <a:ahLst/>
            <a:cxnLst/>
            <a:rect l="l" t="t" r="r" b="b"/>
            <a:pathLst>
              <a:path w="1180884" h="351753">
                <a:moveTo>
                  <a:pt x="175876" y="0"/>
                </a:moveTo>
                <a:lnTo>
                  <a:pt x="1005008" y="0"/>
                </a:lnTo>
                <a:cubicBezTo>
                  <a:pt x="1102142" y="0"/>
                  <a:pt x="1180884" y="78743"/>
                  <a:pt x="1180884" y="175876"/>
                </a:cubicBezTo>
                <a:lnTo>
                  <a:pt x="1180884" y="175876"/>
                </a:lnTo>
                <a:cubicBezTo>
                  <a:pt x="1180884" y="273010"/>
                  <a:pt x="1102142" y="351753"/>
                  <a:pt x="1005008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1817389" y="6808927"/>
            <a:ext cx="1268822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数据透视表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98774" y="6808927"/>
            <a:ext cx="1180884" cy="351753"/>
          </a:xfrm>
          <a:custGeom>
            <a:avLst/>
            <a:gdLst/>
            <a:ahLst/>
            <a:cxnLst/>
            <a:rect l="l" t="t" r="r" b="b"/>
            <a:pathLst>
              <a:path w="1180884" h="351753">
                <a:moveTo>
                  <a:pt x="175876" y="0"/>
                </a:moveTo>
                <a:lnTo>
                  <a:pt x="1005008" y="0"/>
                </a:lnTo>
                <a:cubicBezTo>
                  <a:pt x="1102142" y="0"/>
                  <a:pt x="1180884" y="78743"/>
                  <a:pt x="1180884" y="175876"/>
                </a:cubicBezTo>
                <a:lnTo>
                  <a:pt x="1180884" y="175876"/>
                </a:lnTo>
                <a:cubicBezTo>
                  <a:pt x="1180884" y="273010"/>
                  <a:pt x="1102142" y="351753"/>
                  <a:pt x="1005008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3098774" y="6808927"/>
            <a:ext cx="1268822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图表可视化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0159" y="6808927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4380159" y="6808927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宏与VBA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4128" y="2466456"/>
            <a:ext cx="7520808" cy="2370143"/>
          </a:xfrm>
          <a:custGeom>
            <a:avLst/>
            <a:gdLst/>
            <a:ahLst/>
            <a:cxnLst/>
            <a:rect l="l" t="t" r="r" b="b"/>
            <a:pathLst>
              <a:path w="7520808" h="2370143">
                <a:moveTo>
                  <a:pt x="100494" y="0"/>
                </a:moveTo>
                <a:lnTo>
                  <a:pt x="7420314" y="0"/>
                </a:lnTo>
                <a:cubicBezTo>
                  <a:pt x="7475815" y="0"/>
                  <a:pt x="7520808" y="44993"/>
                  <a:pt x="7520808" y="100494"/>
                </a:cubicBezTo>
                <a:lnTo>
                  <a:pt x="7520808" y="2269649"/>
                </a:lnTo>
                <a:cubicBezTo>
                  <a:pt x="7520808" y="2325151"/>
                  <a:pt x="7475815" y="2370143"/>
                  <a:pt x="7420314" y="2370143"/>
                </a:cubicBezTo>
                <a:lnTo>
                  <a:pt x="100494" y="2370143"/>
                </a:lnTo>
                <a:cubicBezTo>
                  <a:pt x="44993" y="2370143"/>
                  <a:pt x="0" y="2325151"/>
                  <a:pt x="0" y="2269649"/>
                </a:cubicBezTo>
                <a:lnTo>
                  <a:pt x="0" y="100494"/>
                </a:lnTo>
                <a:cubicBezTo>
                  <a:pt x="0" y="45030"/>
                  <a:pt x="45030" y="0"/>
                  <a:pt x="100494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  <a:ln w="8467">
            <a:solidFill>
              <a:srgbClr val="C98543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9317" y="2671647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50751" y="0"/>
                </a:moveTo>
                <a:lnTo>
                  <a:pt x="653255" y="0"/>
                </a:lnTo>
                <a:cubicBezTo>
                  <a:pt x="736457" y="0"/>
                  <a:pt x="804006" y="67549"/>
                  <a:pt x="804006" y="150751"/>
                </a:cubicBezTo>
                <a:lnTo>
                  <a:pt x="804006" y="653255"/>
                </a:lnTo>
                <a:cubicBezTo>
                  <a:pt x="804006" y="736457"/>
                  <a:pt x="736457" y="804006"/>
                  <a:pt x="653255" y="804006"/>
                </a:cubicBezTo>
                <a:lnTo>
                  <a:pt x="150751" y="804006"/>
                </a:lnTo>
                <a:cubicBezTo>
                  <a:pt x="67549" y="804006"/>
                  <a:pt x="0" y="736457"/>
                  <a:pt x="0" y="653255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656022" y="2885211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48508" y="168196"/>
                </a:moveTo>
                <a:cubicBezTo>
                  <a:pt x="58298" y="99740"/>
                  <a:pt x="117259" y="47110"/>
                  <a:pt x="188439" y="47110"/>
                </a:cubicBezTo>
                <a:cubicBezTo>
                  <a:pt x="227452" y="47110"/>
                  <a:pt x="262784" y="62936"/>
                  <a:pt x="288400" y="88478"/>
                </a:cubicBezTo>
                <a:cubicBezTo>
                  <a:pt x="288547" y="88625"/>
                  <a:pt x="288694" y="88772"/>
                  <a:pt x="288842" y="88920"/>
                </a:cubicBezTo>
                <a:lnTo>
                  <a:pt x="294436" y="94219"/>
                </a:lnTo>
                <a:lnTo>
                  <a:pt x="259177" y="94219"/>
                </a:lnTo>
                <a:cubicBezTo>
                  <a:pt x="246148" y="94219"/>
                  <a:pt x="235622" y="104746"/>
                  <a:pt x="235622" y="117774"/>
                </a:cubicBezTo>
                <a:cubicBezTo>
                  <a:pt x="235622" y="130803"/>
                  <a:pt x="246148" y="141329"/>
                  <a:pt x="259177" y="141329"/>
                </a:cubicBezTo>
                <a:lnTo>
                  <a:pt x="353397" y="141329"/>
                </a:lnTo>
                <a:cubicBezTo>
                  <a:pt x="366425" y="141329"/>
                  <a:pt x="376952" y="130803"/>
                  <a:pt x="376952" y="117774"/>
                </a:cubicBezTo>
                <a:lnTo>
                  <a:pt x="376952" y="23555"/>
                </a:lnTo>
                <a:cubicBezTo>
                  <a:pt x="376952" y="10526"/>
                  <a:pt x="366425" y="0"/>
                  <a:pt x="353397" y="0"/>
                </a:cubicBezTo>
                <a:cubicBezTo>
                  <a:pt x="340368" y="0"/>
                  <a:pt x="329842" y="10526"/>
                  <a:pt x="329842" y="23555"/>
                </a:cubicBezTo>
                <a:lnTo>
                  <a:pt x="329842" y="62862"/>
                </a:lnTo>
                <a:lnTo>
                  <a:pt x="321524" y="54986"/>
                </a:lnTo>
                <a:cubicBezTo>
                  <a:pt x="287443" y="21052"/>
                  <a:pt x="240333" y="0"/>
                  <a:pt x="188439" y="0"/>
                </a:cubicBezTo>
                <a:cubicBezTo>
                  <a:pt x="93483" y="0"/>
                  <a:pt x="14943" y="70223"/>
                  <a:pt x="1914" y="161572"/>
                </a:cubicBezTo>
                <a:cubicBezTo>
                  <a:pt x="74" y="174453"/>
                  <a:pt x="8980" y="186378"/>
                  <a:pt x="21862" y="188218"/>
                </a:cubicBezTo>
                <a:cubicBezTo>
                  <a:pt x="34743" y="190058"/>
                  <a:pt x="46668" y="181078"/>
                  <a:pt x="48508" y="168270"/>
                </a:cubicBezTo>
                <a:close/>
                <a:moveTo>
                  <a:pt x="374964" y="215306"/>
                </a:moveTo>
                <a:cubicBezTo>
                  <a:pt x="376804" y="202425"/>
                  <a:pt x="367824" y="190500"/>
                  <a:pt x="355016" y="188660"/>
                </a:cubicBezTo>
                <a:cubicBezTo>
                  <a:pt x="342208" y="186820"/>
                  <a:pt x="330210" y="195800"/>
                  <a:pt x="328370" y="208608"/>
                </a:cubicBezTo>
                <a:cubicBezTo>
                  <a:pt x="318580" y="277064"/>
                  <a:pt x="259619" y="329695"/>
                  <a:pt x="188439" y="329695"/>
                </a:cubicBezTo>
                <a:cubicBezTo>
                  <a:pt x="149426" y="329695"/>
                  <a:pt x="114094" y="313869"/>
                  <a:pt x="88478" y="288326"/>
                </a:cubicBezTo>
                <a:cubicBezTo>
                  <a:pt x="88331" y="288179"/>
                  <a:pt x="88184" y="288032"/>
                  <a:pt x="88036" y="287885"/>
                </a:cubicBezTo>
                <a:lnTo>
                  <a:pt x="82442" y="282585"/>
                </a:lnTo>
                <a:lnTo>
                  <a:pt x="117701" y="282585"/>
                </a:lnTo>
                <a:cubicBezTo>
                  <a:pt x="130730" y="282585"/>
                  <a:pt x="141256" y="272059"/>
                  <a:pt x="141256" y="259030"/>
                </a:cubicBezTo>
                <a:cubicBezTo>
                  <a:pt x="141256" y="246001"/>
                  <a:pt x="130730" y="235475"/>
                  <a:pt x="117701" y="235475"/>
                </a:cubicBezTo>
                <a:lnTo>
                  <a:pt x="23555" y="235549"/>
                </a:lnTo>
                <a:cubicBezTo>
                  <a:pt x="17298" y="235549"/>
                  <a:pt x="11262" y="238051"/>
                  <a:pt x="6846" y="242542"/>
                </a:cubicBezTo>
                <a:cubicBezTo>
                  <a:pt x="2429" y="247032"/>
                  <a:pt x="-74" y="252994"/>
                  <a:pt x="0" y="259324"/>
                </a:cubicBezTo>
                <a:lnTo>
                  <a:pt x="736" y="352808"/>
                </a:lnTo>
                <a:cubicBezTo>
                  <a:pt x="810" y="365837"/>
                  <a:pt x="11483" y="376289"/>
                  <a:pt x="24512" y="376142"/>
                </a:cubicBezTo>
                <a:cubicBezTo>
                  <a:pt x="37541" y="375995"/>
                  <a:pt x="47993" y="365395"/>
                  <a:pt x="47846" y="352366"/>
                </a:cubicBezTo>
                <a:lnTo>
                  <a:pt x="47551" y="314457"/>
                </a:lnTo>
                <a:lnTo>
                  <a:pt x="55428" y="321892"/>
                </a:lnTo>
                <a:cubicBezTo>
                  <a:pt x="89509" y="355826"/>
                  <a:pt x="136545" y="376878"/>
                  <a:pt x="188439" y="376878"/>
                </a:cubicBezTo>
                <a:cubicBezTo>
                  <a:pt x="283395" y="376878"/>
                  <a:pt x="361935" y="306655"/>
                  <a:pt x="374964" y="215306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7" name="Text 35"/>
          <p:cNvSpPr/>
          <p:nvPr/>
        </p:nvSpPr>
        <p:spPr>
          <a:xfrm>
            <a:off x="9444325" y="2671647"/>
            <a:ext cx="6256173" cy="402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444325" y="3123900"/>
            <a:ext cx="6205923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演示文稿设计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9317" y="3576154"/>
            <a:ext cx="7210930" cy="603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设计和制作专业演示文稿,支持幻灯片设计、动画效果、多媒体嵌入等功能,适用于会议演示、产品展示、教学课件等。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9317" y="4279659"/>
            <a:ext cx="1180884" cy="351753"/>
          </a:xfrm>
          <a:custGeom>
            <a:avLst/>
            <a:gdLst/>
            <a:ahLst/>
            <a:cxnLst/>
            <a:rect l="l" t="t" r="r" b="b"/>
            <a:pathLst>
              <a:path w="1180884" h="351753">
                <a:moveTo>
                  <a:pt x="175876" y="0"/>
                </a:moveTo>
                <a:lnTo>
                  <a:pt x="1005008" y="0"/>
                </a:lnTo>
                <a:cubicBezTo>
                  <a:pt x="1102142" y="0"/>
                  <a:pt x="1180884" y="78743"/>
                  <a:pt x="1180884" y="175876"/>
                </a:cubicBezTo>
                <a:lnTo>
                  <a:pt x="1180884" y="175876"/>
                </a:lnTo>
                <a:cubicBezTo>
                  <a:pt x="1180884" y="273010"/>
                  <a:pt x="1102142" y="351753"/>
                  <a:pt x="1005008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8439317" y="4279659"/>
            <a:ext cx="1268822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幻灯片设计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720702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9720702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动画效果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26210" y="4279659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10826210" y="4279659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母版模板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931719" y="4279659"/>
            <a:ext cx="1180884" cy="351753"/>
          </a:xfrm>
          <a:custGeom>
            <a:avLst/>
            <a:gdLst/>
            <a:ahLst/>
            <a:cxnLst/>
            <a:rect l="l" t="t" r="r" b="b"/>
            <a:pathLst>
              <a:path w="1180884" h="351753">
                <a:moveTo>
                  <a:pt x="175876" y="0"/>
                </a:moveTo>
                <a:lnTo>
                  <a:pt x="1005008" y="0"/>
                </a:lnTo>
                <a:cubicBezTo>
                  <a:pt x="1102142" y="0"/>
                  <a:pt x="1180884" y="78743"/>
                  <a:pt x="1180884" y="175876"/>
                </a:cubicBezTo>
                <a:lnTo>
                  <a:pt x="1180884" y="175876"/>
                </a:lnTo>
                <a:cubicBezTo>
                  <a:pt x="1180884" y="273010"/>
                  <a:pt x="1102142" y="351753"/>
                  <a:pt x="1005008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11931719" y="4279659"/>
            <a:ext cx="1268822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演讲者工具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34128" y="4995726"/>
            <a:ext cx="7520808" cy="2370143"/>
          </a:xfrm>
          <a:custGeom>
            <a:avLst/>
            <a:gdLst/>
            <a:ahLst/>
            <a:cxnLst/>
            <a:rect l="l" t="t" r="r" b="b"/>
            <a:pathLst>
              <a:path w="7520808" h="2370143">
                <a:moveTo>
                  <a:pt x="100494" y="0"/>
                </a:moveTo>
                <a:lnTo>
                  <a:pt x="7420314" y="0"/>
                </a:lnTo>
                <a:cubicBezTo>
                  <a:pt x="7475815" y="0"/>
                  <a:pt x="7520808" y="44993"/>
                  <a:pt x="7520808" y="100494"/>
                </a:cubicBezTo>
                <a:lnTo>
                  <a:pt x="7520808" y="2269649"/>
                </a:lnTo>
                <a:cubicBezTo>
                  <a:pt x="7520808" y="2325151"/>
                  <a:pt x="7475815" y="2370143"/>
                  <a:pt x="7420314" y="2370143"/>
                </a:cubicBezTo>
                <a:lnTo>
                  <a:pt x="100494" y="2370143"/>
                </a:lnTo>
                <a:cubicBezTo>
                  <a:pt x="44993" y="2370143"/>
                  <a:pt x="0" y="2325151"/>
                  <a:pt x="0" y="2269649"/>
                </a:cubicBezTo>
                <a:lnTo>
                  <a:pt x="0" y="100494"/>
                </a:lnTo>
                <a:cubicBezTo>
                  <a:pt x="0" y="45030"/>
                  <a:pt x="45030" y="0"/>
                  <a:pt x="10049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  <a:ln w="8467">
            <a:solidFill>
              <a:srgbClr val="4A76A8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39317" y="5200915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50751" y="0"/>
                </a:moveTo>
                <a:lnTo>
                  <a:pt x="653255" y="0"/>
                </a:lnTo>
                <a:cubicBezTo>
                  <a:pt x="736457" y="0"/>
                  <a:pt x="804006" y="67549"/>
                  <a:pt x="804006" y="150751"/>
                </a:cubicBezTo>
                <a:lnTo>
                  <a:pt x="804006" y="653255"/>
                </a:lnTo>
                <a:cubicBezTo>
                  <a:pt x="804006" y="736457"/>
                  <a:pt x="736457" y="804006"/>
                  <a:pt x="653255" y="804006"/>
                </a:cubicBezTo>
                <a:lnTo>
                  <a:pt x="150751" y="804006"/>
                </a:lnTo>
                <a:cubicBezTo>
                  <a:pt x="67549" y="804006"/>
                  <a:pt x="0" y="736457"/>
                  <a:pt x="0" y="653255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8656022" y="5414479"/>
            <a:ext cx="376878" cy="376878"/>
          </a:xfrm>
          <a:custGeom>
            <a:avLst/>
            <a:gdLst/>
            <a:ahLst/>
            <a:cxnLst/>
            <a:rect l="l" t="t" r="r" b="b"/>
            <a:pathLst>
              <a:path w="376878" h="376878">
                <a:moveTo>
                  <a:pt x="35332" y="47110"/>
                </a:moveTo>
                <a:cubicBezTo>
                  <a:pt x="15826" y="47110"/>
                  <a:pt x="0" y="62936"/>
                  <a:pt x="0" y="82442"/>
                </a:cubicBezTo>
                <a:cubicBezTo>
                  <a:pt x="0" y="93557"/>
                  <a:pt x="5226" y="104009"/>
                  <a:pt x="14133" y="110708"/>
                </a:cubicBezTo>
                <a:lnTo>
                  <a:pt x="167240" y="225538"/>
                </a:lnTo>
                <a:cubicBezTo>
                  <a:pt x="179827" y="234960"/>
                  <a:pt x="197051" y="234960"/>
                  <a:pt x="209638" y="225538"/>
                </a:cubicBezTo>
                <a:lnTo>
                  <a:pt x="362745" y="110708"/>
                </a:lnTo>
                <a:cubicBezTo>
                  <a:pt x="371652" y="104009"/>
                  <a:pt x="376878" y="93557"/>
                  <a:pt x="376878" y="82442"/>
                </a:cubicBezTo>
                <a:cubicBezTo>
                  <a:pt x="376878" y="62936"/>
                  <a:pt x="361052" y="47110"/>
                  <a:pt x="341546" y="47110"/>
                </a:cubicBezTo>
                <a:lnTo>
                  <a:pt x="35332" y="47110"/>
                </a:lnTo>
                <a:close/>
                <a:moveTo>
                  <a:pt x="0" y="144274"/>
                </a:moveTo>
                <a:lnTo>
                  <a:pt x="0" y="282658"/>
                </a:lnTo>
                <a:cubicBezTo>
                  <a:pt x="0" y="308642"/>
                  <a:pt x="21126" y="329768"/>
                  <a:pt x="47110" y="329768"/>
                </a:cubicBezTo>
                <a:lnTo>
                  <a:pt x="329768" y="329768"/>
                </a:lnTo>
                <a:cubicBezTo>
                  <a:pt x="355752" y="329768"/>
                  <a:pt x="376878" y="308642"/>
                  <a:pt x="376878" y="282658"/>
                </a:cubicBezTo>
                <a:lnTo>
                  <a:pt x="376878" y="144274"/>
                </a:lnTo>
                <a:lnTo>
                  <a:pt x="230838" y="253804"/>
                </a:lnTo>
                <a:cubicBezTo>
                  <a:pt x="205737" y="272648"/>
                  <a:pt x="171141" y="272648"/>
                  <a:pt x="146040" y="253804"/>
                </a:cubicBezTo>
                <a:lnTo>
                  <a:pt x="0" y="144274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51" name="Text 49"/>
          <p:cNvSpPr/>
          <p:nvPr/>
        </p:nvSpPr>
        <p:spPr>
          <a:xfrm>
            <a:off x="9444325" y="5200915"/>
            <a:ext cx="6256173" cy="402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Outlook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444325" y="5653168"/>
            <a:ext cx="6205923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邮件和日程管理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39317" y="6105422"/>
            <a:ext cx="7210930" cy="603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管理电子邮件、联系人、日历和任务,支持多账户、规则设置、会议安排等功能,是个人与企业通信的核心工具。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39317" y="6808927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8439317" y="6808927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邮件管理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544825" y="6808927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57" name="Text 55"/>
          <p:cNvSpPr/>
          <p:nvPr/>
        </p:nvSpPr>
        <p:spPr>
          <a:xfrm>
            <a:off x="9544825" y="6808927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日历安排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650334" y="6808927"/>
            <a:ext cx="1180884" cy="351753"/>
          </a:xfrm>
          <a:custGeom>
            <a:avLst/>
            <a:gdLst/>
            <a:ahLst/>
            <a:cxnLst/>
            <a:rect l="l" t="t" r="r" b="b"/>
            <a:pathLst>
              <a:path w="1180884" h="351753">
                <a:moveTo>
                  <a:pt x="175876" y="0"/>
                </a:moveTo>
                <a:lnTo>
                  <a:pt x="1005008" y="0"/>
                </a:lnTo>
                <a:cubicBezTo>
                  <a:pt x="1102142" y="0"/>
                  <a:pt x="1180884" y="78743"/>
                  <a:pt x="1180884" y="175876"/>
                </a:cubicBezTo>
                <a:lnTo>
                  <a:pt x="1180884" y="175876"/>
                </a:lnTo>
                <a:cubicBezTo>
                  <a:pt x="1180884" y="273010"/>
                  <a:pt x="1102142" y="351753"/>
                  <a:pt x="1005008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59" name="Text 57"/>
          <p:cNvSpPr/>
          <p:nvPr/>
        </p:nvSpPr>
        <p:spPr>
          <a:xfrm>
            <a:off x="10650334" y="6808927"/>
            <a:ext cx="1268822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联系人管理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931719" y="6808927"/>
            <a:ext cx="1005008" cy="351753"/>
          </a:xfrm>
          <a:custGeom>
            <a:avLst/>
            <a:gdLst/>
            <a:ahLst/>
            <a:cxnLst/>
            <a:rect l="l" t="t" r="r" b="b"/>
            <a:pathLst>
              <a:path w="1005008" h="351753">
                <a:moveTo>
                  <a:pt x="175876" y="0"/>
                </a:moveTo>
                <a:lnTo>
                  <a:pt x="829131" y="0"/>
                </a:lnTo>
                <a:cubicBezTo>
                  <a:pt x="926265" y="0"/>
                  <a:pt x="1005008" y="78743"/>
                  <a:pt x="1005008" y="175876"/>
                </a:cubicBezTo>
                <a:lnTo>
                  <a:pt x="1005008" y="175876"/>
                </a:lnTo>
                <a:cubicBezTo>
                  <a:pt x="1005008" y="273010"/>
                  <a:pt x="926265" y="351753"/>
                  <a:pt x="829131" y="351753"/>
                </a:cubicBezTo>
                <a:lnTo>
                  <a:pt x="175876" y="351753"/>
                </a:lnTo>
                <a:cubicBezTo>
                  <a:pt x="78808" y="351753"/>
                  <a:pt x="0" y="272945"/>
                  <a:pt x="0" y="175876"/>
                </a:cubicBezTo>
                <a:lnTo>
                  <a:pt x="0" y="175876"/>
                </a:lnTo>
                <a:cubicBezTo>
                  <a:pt x="0" y="78808"/>
                  <a:pt x="78808" y="0"/>
                  <a:pt x="175876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61" name="Text 59"/>
          <p:cNvSpPr/>
          <p:nvPr/>
        </p:nvSpPr>
        <p:spPr>
          <a:xfrm>
            <a:off x="11931719" y="6808927"/>
            <a:ext cx="1092946" cy="351753"/>
          </a:xfrm>
          <a:prstGeom prst="rect">
            <a:avLst/>
          </a:prstGeom>
          <a:noFill/>
        </p:spPr>
        <p:txBody>
          <a:bodyPr wrap="square" lIns="150751" tIns="50250" rIns="150751" bIns="5025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任务跟踪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6691" y="7575247"/>
            <a:ext cx="15246805" cy="1566137"/>
          </a:xfrm>
          <a:custGeom>
            <a:avLst/>
            <a:gdLst/>
            <a:ahLst/>
            <a:cxnLst/>
            <a:rect l="l" t="t" r="r" b="b"/>
            <a:pathLst>
              <a:path w="15246805" h="1566137">
                <a:moveTo>
                  <a:pt x="100499" y="0"/>
                </a:moveTo>
                <a:lnTo>
                  <a:pt x="15146306" y="0"/>
                </a:lnTo>
                <a:cubicBezTo>
                  <a:pt x="15201810" y="0"/>
                  <a:pt x="15246805" y="44995"/>
                  <a:pt x="15246805" y="100499"/>
                </a:cubicBezTo>
                <a:lnTo>
                  <a:pt x="15246805" y="1465638"/>
                </a:lnTo>
                <a:cubicBezTo>
                  <a:pt x="15246805" y="1521142"/>
                  <a:pt x="15201810" y="1566137"/>
                  <a:pt x="15146306" y="1566137"/>
                </a:cubicBezTo>
                <a:lnTo>
                  <a:pt x="100499" y="1566137"/>
                </a:lnTo>
                <a:cubicBezTo>
                  <a:pt x="44995" y="1566137"/>
                  <a:pt x="0" y="1521142"/>
                  <a:pt x="0" y="1465638"/>
                </a:cubicBezTo>
                <a:lnTo>
                  <a:pt x="0" y="100499"/>
                </a:lnTo>
                <a:cubicBezTo>
                  <a:pt x="0" y="45032"/>
                  <a:pt x="45032" y="0"/>
                  <a:pt x="100499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  <a:ln w="8467">
            <a:solidFill>
              <a:srgbClr val="3E8A6D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1880" y="7780437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50751" y="0"/>
                </a:moveTo>
                <a:lnTo>
                  <a:pt x="653255" y="0"/>
                </a:lnTo>
                <a:cubicBezTo>
                  <a:pt x="736457" y="0"/>
                  <a:pt x="804006" y="67549"/>
                  <a:pt x="804006" y="150751"/>
                </a:cubicBezTo>
                <a:lnTo>
                  <a:pt x="804006" y="653255"/>
                </a:lnTo>
                <a:cubicBezTo>
                  <a:pt x="804006" y="736457"/>
                  <a:pt x="736457" y="804006"/>
                  <a:pt x="653255" y="804006"/>
                </a:cubicBezTo>
                <a:lnTo>
                  <a:pt x="150751" y="804006"/>
                </a:lnTo>
                <a:cubicBezTo>
                  <a:pt x="67549" y="804006"/>
                  <a:pt x="0" y="736457"/>
                  <a:pt x="0" y="653255"/>
                </a:cubicBezTo>
                <a:lnTo>
                  <a:pt x="0" y="150751"/>
                </a:lnTo>
                <a:cubicBezTo>
                  <a:pt x="0" y="67549"/>
                  <a:pt x="67549" y="0"/>
                  <a:pt x="150751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64" name="Shape 62"/>
          <p:cNvSpPr/>
          <p:nvPr/>
        </p:nvSpPr>
        <p:spPr>
          <a:xfrm>
            <a:off x="952140" y="7994001"/>
            <a:ext cx="329768" cy="376878"/>
          </a:xfrm>
          <a:custGeom>
            <a:avLst/>
            <a:gdLst/>
            <a:ahLst/>
            <a:cxnLst/>
            <a:rect l="l" t="t" r="r" b="b"/>
            <a:pathLst>
              <a:path w="329768" h="376878">
                <a:moveTo>
                  <a:pt x="47110" y="353323"/>
                </a:moveTo>
                <a:cubicBezTo>
                  <a:pt x="21126" y="353323"/>
                  <a:pt x="0" y="332197"/>
                  <a:pt x="0" y="306213"/>
                </a:cubicBezTo>
                <a:lnTo>
                  <a:pt x="0" y="70665"/>
                </a:lnTo>
                <a:cubicBezTo>
                  <a:pt x="0" y="44681"/>
                  <a:pt x="21126" y="23555"/>
                  <a:pt x="47110" y="23555"/>
                </a:cubicBezTo>
                <a:lnTo>
                  <a:pt x="282658" y="23555"/>
                </a:lnTo>
                <a:cubicBezTo>
                  <a:pt x="308642" y="23555"/>
                  <a:pt x="329768" y="44681"/>
                  <a:pt x="329768" y="70665"/>
                </a:cubicBezTo>
                <a:lnTo>
                  <a:pt x="329768" y="227820"/>
                </a:lnTo>
                <a:cubicBezTo>
                  <a:pt x="329768" y="240333"/>
                  <a:pt x="324836" y="252332"/>
                  <a:pt x="316003" y="261165"/>
                </a:cubicBezTo>
                <a:lnTo>
                  <a:pt x="237536" y="339558"/>
                </a:lnTo>
                <a:cubicBezTo>
                  <a:pt x="228703" y="348391"/>
                  <a:pt x="216705" y="353323"/>
                  <a:pt x="204191" y="353323"/>
                </a:cubicBezTo>
                <a:lnTo>
                  <a:pt x="47110" y="353323"/>
                </a:lnTo>
                <a:close/>
                <a:moveTo>
                  <a:pt x="286707" y="223771"/>
                </a:moveTo>
                <a:lnTo>
                  <a:pt x="217883" y="223771"/>
                </a:lnTo>
                <a:cubicBezTo>
                  <a:pt x="208093" y="223771"/>
                  <a:pt x="200216" y="231647"/>
                  <a:pt x="200216" y="241437"/>
                </a:cubicBezTo>
                <a:lnTo>
                  <a:pt x="200216" y="310262"/>
                </a:lnTo>
                <a:lnTo>
                  <a:pt x="286707" y="223771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65" name="Text 63"/>
          <p:cNvSpPr/>
          <p:nvPr/>
        </p:nvSpPr>
        <p:spPr>
          <a:xfrm>
            <a:off x="1716888" y="7780437"/>
            <a:ext cx="13982170" cy="402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OneNote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716888" y="8232690"/>
            <a:ext cx="13931920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数字笔记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716888" y="8634693"/>
            <a:ext cx="13931920" cy="301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5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创建、组织和共享数字笔记,支持文字、图片、手写、录音等多种格式,适用于会议记录、学习笔记、知识管理等场景。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WORD 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Word文档处理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536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核心功能全掌握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290233"/>
            <a:ext cx="6091767" cy="3158067"/>
          </a:xfrm>
          <a:custGeom>
            <a:avLst/>
            <a:gdLst/>
            <a:ahLst/>
            <a:cxnLst/>
            <a:rect l="l" t="t" r="r" b="b"/>
            <a:pathLst>
              <a:path w="6091767" h="3158067">
                <a:moveTo>
                  <a:pt x="101595" y="0"/>
                </a:moveTo>
                <a:lnTo>
                  <a:pt x="5990172" y="0"/>
                </a:lnTo>
                <a:cubicBezTo>
                  <a:pt x="6046281" y="0"/>
                  <a:pt x="6091767" y="45486"/>
                  <a:pt x="6091767" y="101595"/>
                </a:cubicBezTo>
                <a:lnTo>
                  <a:pt x="6091767" y="3056472"/>
                </a:lnTo>
                <a:cubicBezTo>
                  <a:pt x="6091767" y="3112581"/>
                  <a:pt x="6046281" y="3158067"/>
                  <a:pt x="5990172" y="3158067"/>
                </a:cubicBezTo>
                <a:lnTo>
                  <a:pt x="101595" y="3158067"/>
                </a:lnTo>
                <a:cubicBezTo>
                  <a:pt x="45486" y="3158067"/>
                  <a:pt x="0" y="3112581"/>
                  <a:pt x="0" y="3056472"/>
                </a:cubicBezTo>
                <a:lnTo>
                  <a:pt x="0" y="101595"/>
                </a:lnTo>
                <a:cubicBezTo>
                  <a:pt x="0" y="45486"/>
                  <a:pt x="45486" y="0"/>
                  <a:pt x="101595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667" y="24976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910167" y="265006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80605" y="163592"/>
                </a:moveTo>
                <a:cubicBezTo>
                  <a:pt x="78879" y="155912"/>
                  <a:pt x="71259" y="151031"/>
                  <a:pt x="63579" y="152757"/>
                </a:cubicBezTo>
                <a:cubicBezTo>
                  <a:pt x="55900" y="154484"/>
                  <a:pt x="51018" y="162104"/>
                  <a:pt x="52745" y="169783"/>
                </a:cubicBezTo>
                <a:lnTo>
                  <a:pt x="71795" y="255508"/>
                </a:lnTo>
                <a:cubicBezTo>
                  <a:pt x="73164" y="261759"/>
                  <a:pt x="78581" y="266343"/>
                  <a:pt x="85011" y="266700"/>
                </a:cubicBezTo>
                <a:cubicBezTo>
                  <a:pt x="91440" y="267057"/>
                  <a:pt x="97274" y="263069"/>
                  <a:pt x="99298" y="256937"/>
                </a:cubicBezTo>
                <a:lnTo>
                  <a:pt x="114300" y="211872"/>
                </a:lnTo>
                <a:lnTo>
                  <a:pt x="129302" y="256937"/>
                </a:lnTo>
                <a:cubicBezTo>
                  <a:pt x="131326" y="263009"/>
                  <a:pt x="137160" y="266998"/>
                  <a:pt x="143589" y="266700"/>
                </a:cubicBezTo>
                <a:cubicBezTo>
                  <a:pt x="150019" y="266402"/>
                  <a:pt x="155436" y="261818"/>
                  <a:pt x="156805" y="255508"/>
                </a:cubicBezTo>
                <a:lnTo>
                  <a:pt x="175855" y="169783"/>
                </a:lnTo>
                <a:cubicBezTo>
                  <a:pt x="177582" y="162104"/>
                  <a:pt x="172700" y="154424"/>
                  <a:pt x="165021" y="152757"/>
                </a:cubicBezTo>
                <a:cubicBezTo>
                  <a:pt x="157341" y="151090"/>
                  <a:pt x="149662" y="155912"/>
                  <a:pt x="147995" y="163592"/>
                </a:cubicBezTo>
                <a:lnTo>
                  <a:pt x="140137" y="198953"/>
                </a:lnTo>
                <a:lnTo>
                  <a:pt x="127873" y="162163"/>
                </a:lnTo>
                <a:cubicBezTo>
                  <a:pt x="125909" y="156329"/>
                  <a:pt x="120491" y="152400"/>
                  <a:pt x="114300" y="152400"/>
                </a:cubicBezTo>
                <a:cubicBezTo>
                  <a:pt x="108109" y="152400"/>
                  <a:pt x="102691" y="156329"/>
                  <a:pt x="100727" y="162163"/>
                </a:cubicBezTo>
                <a:lnTo>
                  <a:pt x="88463" y="198953"/>
                </a:lnTo>
                <a:lnTo>
                  <a:pt x="80605" y="163592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9" name="Text 7"/>
          <p:cNvSpPr/>
          <p:nvPr/>
        </p:nvSpPr>
        <p:spPr>
          <a:xfrm>
            <a:off x="1481667" y="2599265"/>
            <a:ext cx="2895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文档创建与格式设置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3259665"/>
            <a:ext cx="577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掌握文字、段落、页面的全方位格式控制,打造专业文档外观。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6179" y="37676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2" name="Text 10"/>
          <p:cNvSpPr/>
          <p:nvPr/>
        </p:nvSpPr>
        <p:spPr>
          <a:xfrm>
            <a:off x="1043517" y="3716865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文字格式: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字体、字号、颜色、加粗、斜体等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6179" y="41740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4" name="Text 12"/>
          <p:cNvSpPr/>
          <p:nvPr/>
        </p:nvSpPr>
        <p:spPr>
          <a:xfrm>
            <a:off x="1043517" y="4123265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段落格式: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对齐、缩进、间距、项目符号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6179" y="45804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6" name="Text 14"/>
          <p:cNvSpPr/>
          <p:nvPr/>
        </p:nvSpPr>
        <p:spPr>
          <a:xfrm>
            <a:off x="1043517" y="4529665"/>
            <a:ext cx="387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页面设置: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页边距、纸张、版式、页眉页脚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6179" y="49868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8" name="Text 16"/>
          <p:cNvSpPr/>
          <p:nvPr/>
        </p:nvSpPr>
        <p:spPr>
          <a:xfrm>
            <a:off x="1043517" y="4936065"/>
            <a:ext cx="306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分栏分节: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多栏排版、分节符应用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233" y="5609166"/>
            <a:ext cx="6091767" cy="2751667"/>
          </a:xfrm>
          <a:custGeom>
            <a:avLst/>
            <a:gdLst/>
            <a:ahLst/>
            <a:cxnLst/>
            <a:rect l="l" t="t" r="r" b="b"/>
            <a:pathLst>
              <a:path w="6091767" h="2751667">
                <a:moveTo>
                  <a:pt x="101592" y="0"/>
                </a:moveTo>
                <a:lnTo>
                  <a:pt x="5990175" y="0"/>
                </a:lnTo>
                <a:cubicBezTo>
                  <a:pt x="6046283" y="0"/>
                  <a:pt x="6091767" y="45484"/>
                  <a:pt x="6091767" y="101592"/>
                </a:cubicBezTo>
                <a:lnTo>
                  <a:pt x="6091767" y="2650075"/>
                </a:lnTo>
                <a:cubicBezTo>
                  <a:pt x="6091767" y="2706183"/>
                  <a:pt x="6046283" y="2751667"/>
                  <a:pt x="5990175" y="2751667"/>
                </a:cubicBezTo>
                <a:lnTo>
                  <a:pt x="101592" y="2751667"/>
                </a:lnTo>
                <a:cubicBezTo>
                  <a:pt x="45484" y="2751667"/>
                  <a:pt x="0" y="2706183"/>
                  <a:pt x="0" y="2650075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667" y="581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72067" y="596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2" name="Text 20"/>
          <p:cNvSpPr/>
          <p:nvPr/>
        </p:nvSpPr>
        <p:spPr>
          <a:xfrm>
            <a:off x="1481667" y="59182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样式和主题应用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667" y="6578600"/>
            <a:ext cx="5778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使用样式和主题快速统一文档格式,提升效率和一致性。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6179" y="7086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5" name="Text 23"/>
          <p:cNvSpPr/>
          <p:nvPr/>
        </p:nvSpPr>
        <p:spPr>
          <a:xfrm>
            <a:off x="1043517" y="70358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快速样式: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一键应用标题、正文等格式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6179" y="7493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7" name="Text 25"/>
          <p:cNvSpPr/>
          <p:nvPr/>
        </p:nvSpPr>
        <p:spPr>
          <a:xfrm>
            <a:off x="1043517" y="7442200"/>
            <a:ext cx="265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主题颜色: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统一文档配色方案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6179" y="7899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9" name="Text 27"/>
          <p:cNvSpPr/>
          <p:nvPr/>
        </p:nvSpPr>
        <p:spPr>
          <a:xfrm>
            <a:off x="1043517" y="7848600"/>
            <a:ext cx="306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自定义样式: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创建并保存个人格式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11433" y="2290233"/>
            <a:ext cx="8936567" cy="3158067"/>
          </a:xfrm>
          <a:custGeom>
            <a:avLst/>
            <a:gdLst/>
            <a:ahLst/>
            <a:cxnLst/>
            <a:rect l="l" t="t" r="r" b="b"/>
            <a:pathLst>
              <a:path w="8936567" h="3158067">
                <a:moveTo>
                  <a:pt x="101595" y="0"/>
                </a:moveTo>
                <a:lnTo>
                  <a:pt x="8834972" y="0"/>
                </a:lnTo>
                <a:cubicBezTo>
                  <a:pt x="8891081" y="0"/>
                  <a:pt x="8936567" y="45486"/>
                  <a:pt x="8936567" y="101595"/>
                </a:cubicBezTo>
                <a:lnTo>
                  <a:pt x="8936567" y="3056472"/>
                </a:lnTo>
                <a:cubicBezTo>
                  <a:pt x="8936567" y="3112581"/>
                  <a:pt x="8891081" y="3158067"/>
                  <a:pt x="8834972" y="3158067"/>
                </a:cubicBezTo>
                <a:lnTo>
                  <a:pt x="101595" y="3158067"/>
                </a:lnTo>
                <a:cubicBezTo>
                  <a:pt x="45486" y="3158067"/>
                  <a:pt x="0" y="3112581"/>
                  <a:pt x="0" y="3056472"/>
                </a:cubicBezTo>
                <a:lnTo>
                  <a:pt x="0" y="101595"/>
                </a:lnTo>
                <a:cubicBezTo>
                  <a:pt x="0" y="45486"/>
                  <a:pt x="45486" y="0"/>
                  <a:pt x="101595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18867" y="24976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7190317" y="265006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33" name="Text 31"/>
          <p:cNvSpPr/>
          <p:nvPr/>
        </p:nvSpPr>
        <p:spPr>
          <a:xfrm>
            <a:off x="7780867" y="2599265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表格和图表插入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8867" y="3259665"/>
            <a:ext cx="8623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灵活插入表格、图表、图片等元素,丰富文档内容呈现。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55379" y="37676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6" name="Text 34"/>
          <p:cNvSpPr/>
          <p:nvPr/>
        </p:nvSpPr>
        <p:spPr>
          <a:xfrm>
            <a:off x="7342717" y="3716865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表格: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快速插入、格式设置、公式计算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55379" y="41740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8" name="Text 36"/>
          <p:cNvSpPr/>
          <p:nvPr/>
        </p:nvSpPr>
        <p:spPr>
          <a:xfrm>
            <a:off x="7342717" y="4123265"/>
            <a:ext cx="285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图表: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柱状图、折线图、饼图等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55379" y="45804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0" name="Text 38"/>
          <p:cNvSpPr/>
          <p:nvPr/>
        </p:nvSpPr>
        <p:spPr>
          <a:xfrm>
            <a:off x="7342717" y="4529665"/>
            <a:ext cx="265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插入、裁剪、样式美化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55379" y="49868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2" name="Text 40"/>
          <p:cNvSpPr/>
          <p:nvPr/>
        </p:nvSpPr>
        <p:spPr>
          <a:xfrm>
            <a:off x="7342717" y="4936065"/>
            <a:ext cx="2654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形状: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流程图、标注、艺术字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811433" y="5609166"/>
            <a:ext cx="4389967" cy="2548467"/>
          </a:xfrm>
          <a:custGeom>
            <a:avLst/>
            <a:gdLst/>
            <a:ahLst/>
            <a:cxnLst/>
            <a:rect l="l" t="t" r="r" b="b"/>
            <a:pathLst>
              <a:path w="4389967" h="2548467">
                <a:moveTo>
                  <a:pt x="101607" y="0"/>
                </a:moveTo>
                <a:lnTo>
                  <a:pt x="4288359" y="0"/>
                </a:lnTo>
                <a:cubicBezTo>
                  <a:pt x="4344476" y="0"/>
                  <a:pt x="4389967" y="45491"/>
                  <a:pt x="4389967" y="101607"/>
                </a:cubicBezTo>
                <a:lnTo>
                  <a:pt x="4389967" y="2446859"/>
                </a:lnTo>
                <a:cubicBezTo>
                  <a:pt x="4389967" y="2502976"/>
                  <a:pt x="4344476" y="2548467"/>
                  <a:pt x="4288359" y="2548467"/>
                </a:cubicBezTo>
                <a:lnTo>
                  <a:pt x="101607" y="2548467"/>
                </a:lnTo>
                <a:cubicBezTo>
                  <a:pt x="45491" y="2548467"/>
                  <a:pt x="0" y="2502976"/>
                  <a:pt x="0" y="2446859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18867" y="581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7145867" y="594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3812" y="71438"/>
                </a:moveTo>
                <a:cubicBezTo>
                  <a:pt x="36955" y="71438"/>
                  <a:pt x="47625" y="60767"/>
                  <a:pt x="47625" y="47625"/>
                </a:cubicBezTo>
                <a:cubicBezTo>
                  <a:pt x="47625" y="34483"/>
                  <a:pt x="36955" y="23812"/>
                  <a:pt x="23812" y="23812"/>
                </a:cubicBezTo>
                <a:cubicBezTo>
                  <a:pt x="10670" y="23812"/>
                  <a:pt x="0" y="34483"/>
                  <a:pt x="0" y="47625"/>
                </a:cubicBezTo>
                <a:cubicBezTo>
                  <a:pt x="0" y="60767"/>
                  <a:pt x="10670" y="71438"/>
                  <a:pt x="23812" y="71438"/>
                </a:cubicBezTo>
                <a:close/>
                <a:moveTo>
                  <a:pt x="95250" y="31750"/>
                </a:moveTo>
                <a:cubicBezTo>
                  <a:pt x="86469" y="31750"/>
                  <a:pt x="79375" y="38844"/>
                  <a:pt x="79375" y="47625"/>
                </a:cubicBezTo>
                <a:cubicBezTo>
                  <a:pt x="79375" y="56406"/>
                  <a:pt x="86469" y="63500"/>
                  <a:pt x="95250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95250" y="31750"/>
                </a:lnTo>
                <a:close/>
                <a:moveTo>
                  <a:pt x="95250" y="111125"/>
                </a:moveTo>
                <a:cubicBezTo>
                  <a:pt x="86469" y="111125"/>
                  <a:pt x="79375" y="118219"/>
                  <a:pt x="79375" y="127000"/>
                </a:cubicBezTo>
                <a:cubicBezTo>
                  <a:pt x="79375" y="135781"/>
                  <a:pt x="86469" y="142875"/>
                  <a:pt x="95250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95250" y="111125"/>
                </a:lnTo>
                <a:close/>
                <a:moveTo>
                  <a:pt x="95250" y="190500"/>
                </a:moveTo>
                <a:cubicBezTo>
                  <a:pt x="86469" y="190500"/>
                  <a:pt x="79375" y="197594"/>
                  <a:pt x="79375" y="206375"/>
                </a:cubicBezTo>
                <a:cubicBezTo>
                  <a:pt x="79375" y="215156"/>
                  <a:pt x="86469" y="222250"/>
                  <a:pt x="95250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95250" y="190500"/>
                </a:lnTo>
                <a:close/>
                <a:moveTo>
                  <a:pt x="23812" y="230188"/>
                </a:moveTo>
                <a:cubicBezTo>
                  <a:pt x="36955" y="230188"/>
                  <a:pt x="47625" y="219517"/>
                  <a:pt x="47625" y="206375"/>
                </a:cubicBezTo>
                <a:cubicBezTo>
                  <a:pt x="47625" y="193233"/>
                  <a:pt x="36955" y="182563"/>
                  <a:pt x="23812" y="182563"/>
                </a:cubicBezTo>
                <a:cubicBezTo>
                  <a:pt x="10670" y="182563"/>
                  <a:pt x="0" y="193233"/>
                  <a:pt x="0" y="206375"/>
                </a:cubicBezTo>
                <a:cubicBezTo>
                  <a:pt x="0" y="219517"/>
                  <a:pt x="10670" y="230188"/>
                  <a:pt x="23812" y="230188"/>
                </a:cubicBezTo>
                <a:close/>
                <a:moveTo>
                  <a:pt x="47625" y="127000"/>
                </a:moveTo>
                <a:cubicBezTo>
                  <a:pt x="47625" y="113858"/>
                  <a:pt x="36955" y="103188"/>
                  <a:pt x="23812" y="103188"/>
                </a:cubicBezTo>
                <a:cubicBezTo>
                  <a:pt x="10670" y="103188"/>
                  <a:pt x="0" y="113858"/>
                  <a:pt x="0" y="127000"/>
                </a:cubicBezTo>
                <a:cubicBezTo>
                  <a:pt x="0" y="140142"/>
                  <a:pt x="10670" y="150813"/>
                  <a:pt x="23812" y="150813"/>
                </a:cubicBezTo>
                <a:cubicBezTo>
                  <a:pt x="36955" y="150813"/>
                  <a:pt x="47625" y="140142"/>
                  <a:pt x="47625" y="12700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46" name="Text 44"/>
          <p:cNvSpPr/>
          <p:nvPr/>
        </p:nvSpPr>
        <p:spPr>
          <a:xfrm>
            <a:off x="7628467" y="58928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目录和引用生成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018867" y="6426200"/>
            <a:ext cx="40767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自动生成目录、脚注、引文等,简化学术文档排版。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55379" y="7124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49" name="Text 47"/>
          <p:cNvSpPr/>
          <p:nvPr/>
        </p:nvSpPr>
        <p:spPr>
          <a:xfrm>
            <a:off x="7342717" y="7086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自动目录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55379" y="7429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1" name="Text 49"/>
          <p:cNvSpPr/>
          <p:nvPr/>
        </p:nvSpPr>
        <p:spPr>
          <a:xfrm>
            <a:off x="7342717" y="73914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交叉引用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55379" y="7734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3" name="Text 51"/>
          <p:cNvSpPr/>
          <p:nvPr/>
        </p:nvSpPr>
        <p:spPr>
          <a:xfrm>
            <a:off x="7342717" y="76962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脚注尾注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358033" y="5609166"/>
            <a:ext cx="4389967" cy="2548467"/>
          </a:xfrm>
          <a:custGeom>
            <a:avLst/>
            <a:gdLst/>
            <a:ahLst/>
            <a:cxnLst/>
            <a:rect l="l" t="t" r="r" b="b"/>
            <a:pathLst>
              <a:path w="4389967" h="2548467">
                <a:moveTo>
                  <a:pt x="101607" y="0"/>
                </a:moveTo>
                <a:lnTo>
                  <a:pt x="4288359" y="0"/>
                </a:lnTo>
                <a:cubicBezTo>
                  <a:pt x="4344476" y="0"/>
                  <a:pt x="4389967" y="45491"/>
                  <a:pt x="4389967" y="101607"/>
                </a:cubicBezTo>
                <a:lnTo>
                  <a:pt x="4389967" y="2446859"/>
                </a:lnTo>
                <a:cubicBezTo>
                  <a:pt x="4389967" y="2502976"/>
                  <a:pt x="4344476" y="2548467"/>
                  <a:pt x="4288359" y="2548467"/>
                </a:cubicBezTo>
                <a:lnTo>
                  <a:pt x="101607" y="2548467"/>
                </a:lnTo>
                <a:cubicBezTo>
                  <a:pt x="45491" y="2548467"/>
                  <a:pt x="0" y="2502976"/>
                  <a:pt x="0" y="2446859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65467" y="581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1676592" y="5943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6818"/>
                </a:moveTo>
                <a:lnTo>
                  <a:pt x="47823" y="87213"/>
                </a:lnTo>
                <a:lnTo>
                  <a:pt x="126256" y="145355"/>
                </a:lnTo>
                <a:cubicBezTo>
                  <a:pt x="128885" y="147290"/>
                  <a:pt x="131812" y="148779"/>
                  <a:pt x="134938" y="149671"/>
                </a:cubicBezTo>
                <a:lnTo>
                  <a:pt x="134938" y="230188"/>
                </a:lnTo>
                <a:cubicBezTo>
                  <a:pt x="134938" y="232916"/>
                  <a:pt x="135186" y="235545"/>
                  <a:pt x="135582" y="238125"/>
                </a:cubicBezTo>
                <a:lnTo>
                  <a:pt x="47625" y="238125"/>
                </a:lnTo>
                <a:cubicBezTo>
                  <a:pt x="30113" y="238125"/>
                  <a:pt x="15875" y="223887"/>
                  <a:pt x="15875" y="206375"/>
                </a:cubicBezTo>
                <a:lnTo>
                  <a:pt x="15875" y="87362"/>
                </a:lnTo>
                <a:cubicBezTo>
                  <a:pt x="15875" y="77291"/>
                  <a:pt x="20638" y="67816"/>
                  <a:pt x="28724" y="61863"/>
                </a:cubicBezTo>
                <a:lnTo>
                  <a:pt x="126256" y="-10418"/>
                </a:lnTo>
                <a:cubicBezTo>
                  <a:pt x="131068" y="-13990"/>
                  <a:pt x="136872" y="-15875"/>
                  <a:pt x="142875" y="-15875"/>
                </a:cubicBezTo>
                <a:cubicBezTo>
                  <a:pt x="148878" y="-15875"/>
                  <a:pt x="154682" y="-13940"/>
                  <a:pt x="159494" y="-10418"/>
                </a:cubicBezTo>
                <a:lnTo>
                  <a:pt x="257026" y="61863"/>
                </a:lnTo>
                <a:cubicBezTo>
                  <a:pt x="260598" y="64492"/>
                  <a:pt x="263525" y="67816"/>
                  <a:pt x="265658" y="71586"/>
                </a:cubicBezTo>
                <a:cubicBezTo>
                  <a:pt x="264418" y="71487"/>
                  <a:pt x="263178" y="71438"/>
                  <a:pt x="261937" y="71438"/>
                </a:cubicBezTo>
                <a:lnTo>
                  <a:pt x="216595" y="71438"/>
                </a:lnTo>
                <a:lnTo>
                  <a:pt x="142875" y="16818"/>
                </a:lnTo>
                <a:close/>
                <a:moveTo>
                  <a:pt x="158750" y="119063"/>
                </a:moveTo>
                <a:cubicBezTo>
                  <a:pt x="158750" y="105916"/>
                  <a:pt x="169416" y="95250"/>
                  <a:pt x="182563" y="95250"/>
                </a:cubicBezTo>
                <a:lnTo>
                  <a:pt x="261937" y="95250"/>
                </a:lnTo>
                <a:cubicBezTo>
                  <a:pt x="275084" y="95250"/>
                  <a:pt x="285750" y="105916"/>
                  <a:pt x="285750" y="119063"/>
                </a:cubicBezTo>
                <a:lnTo>
                  <a:pt x="285750" y="230188"/>
                </a:lnTo>
                <a:cubicBezTo>
                  <a:pt x="285750" y="243334"/>
                  <a:pt x="275084" y="254000"/>
                  <a:pt x="261937" y="254000"/>
                </a:cubicBezTo>
                <a:lnTo>
                  <a:pt x="182563" y="254000"/>
                </a:lnTo>
                <a:cubicBezTo>
                  <a:pt x="169416" y="254000"/>
                  <a:pt x="158750" y="243334"/>
                  <a:pt x="158750" y="230188"/>
                </a:cubicBezTo>
                <a:lnTo>
                  <a:pt x="158750" y="119063"/>
                </a:lnTo>
                <a:close/>
                <a:moveTo>
                  <a:pt x="198438" y="127000"/>
                </a:moveTo>
                <a:cubicBezTo>
                  <a:pt x="191839" y="127000"/>
                  <a:pt x="186531" y="132308"/>
                  <a:pt x="186531" y="138906"/>
                </a:cubicBezTo>
                <a:cubicBezTo>
                  <a:pt x="186531" y="145504"/>
                  <a:pt x="191839" y="150813"/>
                  <a:pt x="198438" y="150813"/>
                </a:cubicBezTo>
                <a:lnTo>
                  <a:pt x="246063" y="150813"/>
                </a:lnTo>
                <a:cubicBezTo>
                  <a:pt x="252661" y="150813"/>
                  <a:pt x="257969" y="145504"/>
                  <a:pt x="257969" y="138906"/>
                </a:cubicBezTo>
                <a:cubicBezTo>
                  <a:pt x="257969" y="132308"/>
                  <a:pt x="252661" y="127000"/>
                  <a:pt x="246063" y="127000"/>
                </a:cubicBezTo>
                <a:lnTo>
                  <a:pt x="198438" y="127000"/>
                </a:lnTo>
                <a:close/>
                <a:moveTo>
                  <a:pt x="198438" y="174625"/>
                </a:moveTo>
                <a:cubicBezTo>
                  <a:pt x="191839" y="174625"/>
                  <a:pt x="186531" y="179933"/>
                  <a:pt x="186531" y="186531"/>
                </a:cubicBezTo>
                <a:cubicBezTo>
                  <a:pt x="186531" y="193129"/>
                  <a:pt x="191839" y="198438"/>
                  <a:pt x="198438" y="198438"/>
                </a:cubicBezTo>
                <a:lnTo>
                  <a:pt x="226219" y="198438"/>
                </a:lnTo>
                <a:cubicBezTo>
                  <a:pt x="232817" y="198438"/>
                  <a:pt x="238125" y="193129"/>
                  <a:pt x="238125" y="186531"/>
                </a:cubicBezTo>
                <a:cubicBezTo>
                  <a:pt x="238125" y="179933"/>
                  <a:pt x="232817" y="174625"/>
                  <a:pt x="226219" y="174625"/>
                </a:cubicBezTo>
                <a:lnTo>
                  <a:pt x="198438" y="174625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57" name="Text 55"/>
          <p:cNvSpPr/>
          <p:nvPr/>
        </p:nvSpPr>
        <p:spPr>
          <a:xfrm>
            <a:off x="12175067" y="58928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邮件合并功能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65467" y="6426200"/>
            <a:ext cx="40767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批量生成信函、标签、信封等,实现个性化邮件发送。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601979" y="7124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0" name="Text 58"/>
          <p:cNvSpPr/>
          <p:nvPr/>
        </p:nvSpPr>
        <p:spPr>
          <a:xfrm>
            <a:off x="11889317" y="7086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批量信函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601979" y="7429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2" name="Text 60"/>
          <p:cNvSpPr/>
          <p:nvPr/>
        </p:nvSpPr>
        <p:spPr>
          <a:xfrm>
            <a:off x="11889317" y="73914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标签信封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601979" y="7734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4" name="Text 62"/>
          <p:cNvSpPr/>
          <p:nvPr/>
        </p:nvSpPr>
        <p:spPr>
          <a:xfrm>
            <a:off x="11889317" y="7696200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数据源链接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349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WORD TIPS &amp; TRICKS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0261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实用技巧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0083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从基础操作到精通应用的捷径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341033"/>
            <a:ext cx="3208867" cy="3158067"/>
          </a:xfrm>
          <a:custGeom>
            <a:avLst/>
            <a:gdLst/>
            <a:ahLst/>
            <a:cxnLst/>
            <a:rect l="l" t="t" r="r" b="b"/>
            <a:pathLst>
              <a:path w="3208867" h="3158067">
                <a:moveTo>
                  <a:pt x="101595" y="0"/>
                </a:moveTo>
                <a:lnTo>
                  <a:pt x="3107272" y="0"/>
                </a:lnTo>
                <a:cubicBezTo>
                  <a:pt x="3163381" y="0"/>
                  <a:pt x="3208867" y="45486"/>
                  <a:pt x="3208867" y="101595"/>
                </a:cubicBezTo>
                <a:lnTo>
                  <a:pt x="3208867" y="3056472"/>
                </a:lnTo>
                <a:cubicBezTo>
                  <a:pt x="3208867" y="3112581"/>
                  <a:pt x="3163381" y="3158067"/>
                  <a:pt x="3107272" y="3158067"/>
                </a:cubicBezTo>
                <a:lnTo>
                  <a:pt x="101595" y="3158067"/>
                </a:lnTo>
                <a:cubicBezTo>
                  <a:pt x="45486" y="3158067"/>
                  <a:pt x="0" y="3112581"/>
                  <a:pt x="0" y="3056472"/>
                </a:cubicBezTo>
                <a:lnTo>
                  <a:pt x="0" y="101595"/>
                </a:lnTo>
                <a:cubicBezTo>
                  <a:pt x="0" y="45486"/>
                  <a:pt x="45486" y="0"/>
                  <a:pt x="101595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8867" y="24976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79992" y="262466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54000" y="222250"/>
                </a:lnTo>
                <a:cubicBezTo>
                  <a:pt x="271512" y="222250"/>
                  <a:pt x="285750" y="208012"/>
                  <a:pt x="285750" y="190500"/>
                </a:cubicBezTo>
                <a:lnTo>
                  <a:pt x="285750" y="63500"/>
                </a:lnTo>
                <a:cubicBezTo>
                  <a:pt x="285750" y="45988"/>
                  <a:pt x="271512" y="31750"/>
                  <a:pt x="254000" y="31750"/>
                </a:cubicBezTo>
                <a:lnTo>
                  <a:pt x="31750" y="31750"/>
                </a:lnTo>
                <a:close/>
                <a:moveTo>
                  <a:pt x="39688" y="63500"/>
                </a:moveTo>
                <a:lnTo>
                  <a:pt x="55563" y="63500"/>
                </a:lnTo>
                <a:cubicBezTo>
                  <a:pt x="59928" y="63500"/>
                  <a:pt x="63500" y="67072"/>
                  <a:pt x="63500" y="71438"/>
                </a:cubicBezTo>
                <a:lnTo>
                  <a:pt x="63500" y="87313"/>
                </a:lnTo>
                <a:cubicBezTo>
                  <a:pt x="63500" y="91678"/>
                  <a:pt x="59928" y="95250"/>
                  <a:pt x="55563" y="95250"/>
                </a:cubicBezTo>
                <a:lnTo>
                  <a:pt x="39688" y="95250"/>
                </a:lnTo>
                <a:cubicBezTo>
                  <a:pt x="35322" y="95250"/>
                  <a:pt x="31750" y="91678"/>
                  <a:pt x="31750" y="87313"/>
                </a:cubicBezTo>
                <a:lnTo>
                  <a:pt x="31750" y="71438"/>
                </a:lnTo>
                <a:cubicBezTo>
                  <a:pt x="31750" y="67072"/>
                  <a:pt x="35322" y="63500"/>
                  <a:pt x="39688" y="63500"/>
                </a:cubicBezTo>
                <a:close/>
                <a:moveTo>
                  <a:pt x="31750" y="119063"/>
                </a:moveTo>
                <a:cubicBezTo>
                  <a:pt x="31750" y="114697"/>
                  <a:pt x="35322" y="111125"/>
                  <a:pt x="39688" y="111125"/>
                </a:cubicBezTo>
                <a:lnTo>
                  <a:pt x="55563" y="111125"/>
                </a:lnTo>
                <a:cubicBezTo>
                  <a:pt x="59928" y="111125"/>
                  <a:pt x="63500" y="114697"/>
                  <a:pt x="63500" y="119063"/>
                </a:cubicBezTo>
                <a:lnTo>
                  <a:pt x="63500" y="134938"/>
                </a:lnTo>
                <a:cubicBezTo>
                  <a:pt x="63500" y="139303"/>
                  <a:pt x="59928" y="142875"/>
                  <a:pt x="55563" y="142875"/>
                </a:cubicBezTo>
                <a:lnTo>
                  <a:pt x="39688" y="142875"/>
                </a:lnTo>
                <a:cubicBezTo>
                  <a:pt x="35322" y="142875"/>
                  <a:pt x="31750" y="139303"/>
                  <a:pt x="31750" y="134938"/>
                </a:cubicBezTo>
                <a:lnTo>
                  <a:pt x="31750" y="119063"/>
                </a:lnTo>
                <a:close/>
                <a:moveTo>
                  <a:pt x="87313" y="63500"/>
                </a:moveTo>
                <a:lnTo>
                  <a:pt x="103188" y="63500"/>
                </a:lnTo>
                <a:cubicBezTo>
                  <a:pt x="107553" y="63500"/>
                  <a:pt x="111125" y="67072"/>
                  <a:pt x="111125" y="71438"/>
                </a:cubicBezTo>
                <a:lnTo>
                  <a:pt x="111125" y="87313"/>
                </a:lnTo>
                <a:cubicBezTo>
                  <a:pt x="111125" y="91678"/>
                  <a:pt x="107553" y="95250"/>
                  <a:pt x="103188" y="95250"/>
                </a:cubicBezTo>
                <a:lnTo>
                  <a:pt x="87313" y="95250"/>
                </a:lnTo>
                <a:cubicBezTo>
                  <a:pt x="82947" y="95250"/>
                  <a:pt x="79375" y="91678"/>
                  <a:pt x="79375" y="87313"/>
                </a:cubicBezTo>
                <a:lnTo>
                  <a:pt x="79375" y="71438"/>
                </a:lnTo>
                <a:cubicBezTo>
                  <a:pt x="79375" y="67072"/>
                  <a:pt x="82947" y="63500"/>
                  <a:pt x="87313" y="63500"/>
                </a:cubicBezTo>
                <a:close/>
                <a:moveTo>
                  <a:pt x="79375" y="119063"/>
                </a:moveTo>
                <a:cubicBezTo>
                  <a:pt x="79375" y="114697"/>
                  <a:pt x="82947" y="111125"/>
                  <a:pt x="87313" y="111125"/>
                </a:cubicBezTo>
                <a:lnTo>
                  <a:pt x="103188" y="111125"/>
                </a:lnTo>
                <a:cubicBezTo>
                  <a:pt x="107553" y="111125"/>
                  <a:pt x="111125" y="114697"/>
                  <a:pt x="111125" y="119063"/>
                </a:cubicBezTo>
                <a:lnTo>
                  <a:pt x="111125" y="134938"/>
                </a:lnTo>
                <a:cubicBezTo>
                  <a:pt x="111125" y="139303"/>
                  <a:pt x="107553" y="142875"/>
                  <a:pt x="103188" y="142875"/>
                </a:cubicBezTo>
                <a:lnTo>
                  <a:pt x="87313" y="142875"/>
                </a:lnTo>
                <a:cubicBezTo>
                  <a:pt x="82947" y="142875"/>
                  <a:pt x="79375" y="139303"/>
                  <a:pt x="79375" y="134938"/>
                </a:cubicBezTo>
                <a:lnTo>
                  <a:pt x="79375" y="119063"/>
                </a:lnTo>
                <a:close/>
                <a:moveTo>
                  <a:pt x="87313" y="158750"/>
                </a:moveTo>
                <a:lnTo>
                  <a:pt x="198438" y="158750"/>
                </a:lnTo>
                <a:cubicBezTo>
                  <a:pt x="202803" y="158750"/>
                  <a:pt x="206375" y="162322"/>
                  <a:pt x="206375" y="166688"/>
                </a:cubicBezTo>
                <a:lnTo>
                  <a:pt x="206375" y="182563"/>
                </a:lnTo>
                <a:cubicBezTo>
                  <a:pt x="206375" y="186928"/>
                  <a:pt x="202803" y="190500"/>
                  <a:pt x="198438" y="190500"/>
                </a:cubicBezTo>
                <a:lnTo>
                  <a:pt x="87313" y="190500"/>
                </a:lnTo>
                <a:cubicBezTo>
                  <a:pt x="82947" y="190500"/>
                  <a:pt x="79375" y="186928"/>
                  <a:pt x="79375" y="182563"/>
                </a:cubicBezTo>
                <a:lnTo>
                  <a:pt x="79375" y="166688"/>
                </a:lnTo>
                <a:cubicBezTo>
                  <a:pt x="79375" y="162322"/>
                  <a:pt x="82947" y="158750"/>
                  <a:pt x="87313" y="158750"/>
                </a:cubicBezTo>
                <a:close/>
                <a:moveTo>
                  <a:pt x="127000" y="71438"/>
                </a:moveTo>
                <a:cubicBezTo>
                  <a:pt x="127000" y="67072"/>
                  <a:pt x="130572" y="63500"/>
                  <a:pt x="134938" y="63500"/>
                </a:cubicBezTo>
                <a:lnTo>
                  <a:pt x="150813" y="63500"/>
                </a:lnTo>
                <a:cubicBezTo>
                  <a:pt x="155178" y="63500"/>
                  <a:pt x="158750" y="67072"/>
                  <a:pt x="158750" y="71438"/>
                </a:cubicBezTo>
                <a:lnTo>
                  <a:pt x="158750" y="87313"/>
                </a:lnTo>
                <a:cubicBezTo>
                  <a:pt x="158750" y="91678"/>
                  <a:pt x="155178" y="95250"/>
                  <a:pt x="150813" y="95250"/>
                </a:cubicBezTo>
                <a:lnTo>
                  <a:pt x="134938" y="95250"/>
                </a:lnTo>
                <a:cubicBezTo>
                  <a:pt x="130572" y="95250"/>
                  <a:pt x="127000" y="91678"/>
                  <a:pt x="127000" y="87313"/>
                </a:cubicBezTo>
                <a:lnTo>
                  <a:pt x="127000" y="71438"/>
                </a:lnTo>
                <a:close/>
                <a:moveTo>
                  <a:pt x="134938" y="111125"/>
                </a:moveTo>
                <a:lnTo>
                  <a:pt x="150813" y="111125"/>
                </a:lnTo>
                <a:cubicBezTo>
                  <a:pt x="155178" y="111125"/>
                  <a:pt x="158750" y="114697"/>
                  <a:pt x="158750" y="119063"/>
                </a:cubicBezTo>
                <a:lnTo>
                  <a:pt x="158750" y="134938"/>
                </a:lnTo>
                <a:cubicBezTo>
                  <a:pt x="158750" y="139303"/>
                  <a:pt x="155178" y="142875"/>
                  <a:pt x="150813" y="142875"/>
                </a:cubicBezTo>
                <a:lnTo>
                  <a:pt x="134938" y="142875"/>
                </a:lnTo>
                <a:cubicBezTo>
                  <a:pt x="130572" y="142875"/>
                  <a:pt x="127000" y="139303"/>
                  <a:pt x="127000" y="134938"/>
                </a:cubicBezTo>
                <a:lnTo>
                  <a:pt x="127000" y="119063"/>
                </a:lnTo>
                <a:cubicBezTo>
                  <a:pt x="127000" y="114697"/>
                  <a:pt x="130572" y="111125"/>
                  <a:pt x="134938" y="111125"/>
                </a:cubicBezTo>
                <a:close/>
                <a:moveTo>
                  <a:pt x="174625" y="71438"/>
                </a:moveTo>
                <a:cubicBezTo>
                  <a:pt x="174625" y="67072"/>
                  <a:pt x="178197" y="63500"/>
                  <a:pt x="182563" y="63500"/>
                </a:cubicBezTo>
                <a:lnTo>
                  <a:pt x="198438" y="63500"/>
                </a:lnTo>
                <a:cubicBezTo>
                  <a:pt x="202803" y="63500"/>
                  <a:pt x="206375" y="67072"/>
                  <a:pt x="206375" y="71438"/>
                </a:cubicBezTo>
                <a:lnTo>
                  <a:pt x="206375" y="87313"/>
                </a:lnTo>
                <a:cubicBezTo>
                  <a:pt x="206375" y="91678"/>
                  <a:pt x="202803" y="95250"/>
                  <a:pt x="198438" y="95250"/>
                </a:cubicBezTo>
                <a:lnTo>
                  <a:pt x="182563" y="95250"/>
                </a:lnTo>
                <a:cubicBezTo>
                  <a:pt x="178197" y="95250"/>
                  <a:pt x="174625" y="91678"/>
                  <a:pt x="174625" y="87313"/>
                </a:cubicBezTo>
                <a:lnTo>
                  <a:pt x="174625" y="71438"/>
                </a:lnTo>
                <a:close/>
                <a:moveTo>
                  <a:pt x="182563" y="111125"/>
                </a:moveTo>
                <a:lnTo>
                  <a:pt x="198438" y="111125"/>
                </a:lnTo>
                <a:cubicBezTo>
                  <a:pt x="202803" y="111125"/>
                  <a:pt x="206375" y="114697"/>
                  <a:pt x="206375" y="119063"/>
                </a:cubicBezTo>
                <a:lnTo>
                  <a:pt x="206375" y="134938"/>
                </a:lnTo>
                <a:cubicBezTo>
                  <a:pt x="206375" y="139303"/>
                  <a:pt x="202803" y="142875"/>
                  <a:pt x="198438" y="142875"/>
                </a:cubicBezTo>
                <a:lnTo>
                  <a:pt x="182563" y="142875"/>
                </a:lnTo>
                <a:cubicBezTo>
                  <a:pt x="178197" y="142875"/>
                  <a:pt x="174625" y="139303"/>
                  <a:pt x="174625" y="134938"/>
                </a:cubicBezTo>
                <a:lnTo>
                  <a:pt x="174625" y="119063"/>
                </a:lnTo>
                <a:cubicBezTo>
                  <a:pt x="174625" y="114697"/>
                  <a:pt x="178197" y="111125"/>
                  <a:pt x="182563" y="111125"/>
                </a:cubicBezTo>
                <a:close/>
                <a:moveTo>
                  <a:pt x="222250" y="71438"/>
                </a:moveTo>
                <a:cubicBezTo>
                  <a:pt x="222250" y="67072"/>
                  <a:pt x="225822" y="63500"/>
                  <a:pt x="230188" y="63500"/>
                </a:cubicBezTo>
                <a:lnTo>
                  <a:pt x="246063" y="63500"/>
                </a:lnTo>
                <a:cubicBezTo>
                  <a:pt x="250428" y="63500"/>
                  <a:pt x="254000" y="67072"/>
                  <a:pt x="254000" y="71438"/>
                </a:cubicBezTo>
                <a:lnTo>
                  <a:pt x="254000" y="87313"/>
                </a:lnTo>
                <a:cubicBezTo>
                  <a:pt x="254000" y="91678"/>
                  <a:pt x="250428" y="95250"/>
                  <a:pt x="246063" y="95250"/>
                </a:cubicBezTo>
                <a:lnTo>
                  <a:pt x="230188" y="95250"/>
                </a:lnTo>
                <a:cubicBezTo>
                  <a:pt x="225822" y="95250"/>
                  <a:pt x="222250" y="91678"/>
                  <a:pt x="222250" y="87313"/>
                </a:cubicBezTo>
                <a:lnTo>
                  <a:pt x="222250" y="71438"/>
                </a:lnTo>
                <a:close/>
                <a:moveTo>
                  <a:pt x="230188" y="111125"/>
                </a:moveTo>
                <a:lnTo>
                  <a:pt x="246063" y="111125"/>
                </a:lnTo>
                <a:cubicBezTo>
                  <a:pt x="250428" y="111125"/>
                  <a:pt x="254000" y="114697"/>
                  <a:pt x="254000" y="119063"/>
                </a:cubicBezTo>
                <a:lnTo>
                  <a:pt x="254000" y="134938"/>
                </a:lnTo>
                <a:cubicBezTo>
                  <a:pt x="254000" y="139303"/>
                  <a:pt x="250428" y="142875"/>
                  <a:pt x="246063" y="142875"/>
                </a:cubicBezTo>
                <a:lnTo>
                  <a:pt x="230188" y="142875"/>
                </a:lnTo>
                <a:cubicBezTo>
                  <a:pt x="225822" y="142875"/>
                  <a:pt x="222250" y="139303"/>
                  <a:pt x="222250" y="134938"/>
                </a:cubicBezTo>
                <a:lnTo>
                  <a:pt x="222250" y="119063"/>
                </a:lnTo>
                <a:cubicBezTo>
                  <a:pt x="222250" y="114697"/>
                  <a:pt x="225822" y="111125"/>
                  <a:pt x="230188" y="11112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278467" y="2573865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快捷键大全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8867" y="3107265"/>
            <a:ext cx="29972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掌握常用快捷键,大幅提升编辑效率。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8867" y="381846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复制/粘贴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47950" y="3767665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647950" y="3767665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Ctrl+C/V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8867" y="422486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加粗/斜体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29177" y="4174065"/>
            <a:ext cx="838200" cy="355600"/>
          </a:xfrm>
          <a:custGeom>
            <a:avLst/>
            <a:gdLst/>
            <a:ahLst/>
            <a:cxnLst/>
            <a:rect l="l" t="t" r="r" b="b"/>
            <a:pathLst>
              <a:path w="838200" h="355600">
                <a:moveTo>
                  <a:pt x="50801" y="0"/>
                </a:moveTo>
                <a:lnTo>
                  <a:pt x="787399" y="0"/>
                </a:lnTo>
                <a:cubicBezTo>
                  <a:pt x="815456" y="0"/>
                  <a:pt x="838200" y="22744"/>
                  <a:pt x="838200" y="50801"/>
                </a:cubicBezTo>
                <a:lnTo>
                  <a:pt x="838200" y="304799"/>
                </a:lnTo>
                <a:cubicBezTo>
                  <a:pt x="838200" y="332856"/>
                  <a:pt x="815456" y="355600"/>
                  <a:pt x="787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2729177" y="4174065"/>
            <a:ext cx="9271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Ctrl+B/I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8867" y="463126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查找/替换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60650" y="4580465"/>
            <a:ext cx="901700" cy="355600"/>
          </a:xfrm>
          <a:custGeom>
            <a:avLst/>
            <a:gdLst/>
            <a:ahLst/>
            <a:cxnLst/>
            <a:rect l="l" t="t" r="r" b="b"/>
            <a:pathLst>
              <a:path w="901700" h="355600">
                <a:moveTo>
                  <a:pt x="50801" y="0"/>
                </a:moveTo>
                <a:lnTo>
                  <a:pt x="850899" y="0"/>
                </a:lnTo>
                <a:cubicBezTo>
                  <a:pt x="878956" y="0"/>
                  <a:pt x="901700" y="22744"/>
                  <a:pt x="901700" y="50801"/>
                </a:cubicBezTo>
                <a:lnTo>
                  <a:pt x="901700" y="304799"/>
                </a:lnTo>
                <a:cubicBezTo>
                  <a:pt x="901700" y="332856"/>
                  <a:pt x="878956" y="355600"/>
                  <a:pt x="8508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2660650" y="4580465"/>
            <a:ext cx="9906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Ctrl+F/H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8867" y="503766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保存/打印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71763" y="4986865"/>
            <a:ext cx="889000" cy="355600"/>
          </a:xfrm>
          <a:custGeom>
            <a:avLst/>
            <a:gdLst/>
            <a:ahLst/>
            <a:cxnLst/>
            <a:rect l="l" t="t" r="r" b="b"/>
            <a:pathLst>
              <a:path w="889000" h="355600">
                <a:moveTo>
                  <a:pt x="50801" y="0"/>
                </a:moveTo>
                <a:lnTo>
                  <a:pt x="838199" y="0"/>
                </a:lnTo>
                <a:cubicBezTo>
                  <a:pt x="866256" y="0"/>
                  <a:pt x="889000" y="22744"/>
                  <a:pt x="889000" y="50801"/>
                </a:cubicBezTo>
                <a:lnTo>
                  <a:pt x="889000" y="304799"/>
                </a:lnTo>
                <a:cubicBezTo>
                  <a:pt x="889000" y="332856"/>
                  <a:pt x="866256" y="355600"/>
                  <a:pt x="838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2671763" y="4986865"/>
            <a:ext cx="9779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Ctrl+S/P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81835" y="2341033"/>
            <a:ext cx="3208867" cy="3158067"/>
          </a:xfrm>
          <a:custGeom>
            <a:avLst/>
            <a:gdLst/>
            <a:ahLst/>
            <a:cxnLst/>
            <a:rect l="l" t="t" r="r" b="b"/>
            <a:pathLst>
              <a:path w="3208867" h="3158067">
                <a:moveTo>
                  <a:pt x="101595" y="0"/>
                </a:moveTo>
                <a:lnTo>
                  <a:pt x="3107272" y="0"/>
                </a:lnTo>
                <a:cubicBezTo>
                  <a:pt x="3163381" y="0"/>
                  <a:pt x="3208867" y="45486"/>
                  <a:pt x="3208867" y="101595"/>
                </a:cubicBezTo>
                <a:lnTo>
                  <a:pt x="3208867" y="3056472"/>
                </a:lnTo>
                <a:cubicBezTo>
                  <a:pt x="3208867" y="3112581"/>
                  <a:pt x="3163381" y="3158067"/>
                  <a:pt x="3107272" y="3158067"/>
                </a:cubicBezTo>
                <a:lnTo>
                  <a:pt x="101595" y="3158067"/>
                </a:lnTo>
                <a:cubicBezTo>
                  <a:pt x="45486" y="3158067"/>
                  <a:pt x="0" y="3112581"/>
                  <a:pt x="0" y="3056472"/>
                </a:cubicBezTo>
                <a:lnTo>
                  <a:pt x="0" y="101595"/>
                </a:lnTo>
                <a:cubicBezTo>
                  <a:pt x="0" y="45486"/>
                  <a:pt x="45486" y="0"/>
                  <a:pt x="101595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38468" y="24976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4149593" y="262466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373" y="5110"/>
                </a:moveTo>
                <a:lnTo>
                  <a:pt x="128538" y="78383"/>
                </a:lnTo>
                <a:cubicBezTo>
                  <a:pt x="114102" y="88007"/>
                  <a:pt x="104924" y="103634"/>
                  <a:pt x="103436" y="120700"/>
                </a:cubicBezTo>
                <a:cubicBezTo>
                  <a:pt x="134342" y="127050"/>
                  <a:pt x="158700" y="151408"/>
                  <a:pt x="165100" y="182364"/>
                </a:cubicBezTo>
                <a:cubicBezTo>
                  <a:pt x="182215" y="180876"/>
                  <a:pt x="197793" y="171698"/>
                  <a:pt x="207417" y="157262"/>
                </a:cubicBezTo>
                <a:lnTo>
                  <a:pt x="280640" y="47377"/>
                </a:lnTo>
                <a:cubicBezTo>
                  <a:pt x="283964" y="42366"/>
                  <a:pt x="285750" y="36513"/>
                  <a:pt x="285750" y="30460"/>
                </a:cubicBezTo>
                <a:cubicBezTo>
                  <a:pt x="285750" y="13643"/>
                  <a:pt x="272107" y="0"/>
                  <a:pt x="255290" y="0"/>
                </a:cubicBezTo>
                <a:cubicBezTo>
                  <a:pt x="249287" y="0"/>
                  <a:pt x="243384" y="1786"/>
                  <a:pt x="238373" y="5110"/>
                </a:cubicBezTo>
                <a:close/>
                <a:moveTo>
                  <a:pt x="142875" y="198438"/>
                </a:moveTo>
                <a:cubicBezTo>
                  <a:pt x="142875" y="167729"/>
                  <a:pt x="118021" y="142875"/>
                  <a:pt x="87313" y="142875"/>
                </a:cubicBezTo>
                <a:cubicBezTo>
                  <a:pt x="56604" y="142875"/>
                  <a:pt x="31750" y="167729"/>
                  <a:pt x="31750" y="198438"/>
                </a:cubicBezTo>
                <a:cubicBezTo>
                  <a:pt x="31750" y="200372"/>
                  <a:pt x="31849" y="202307"/>
                  <a:pt x="32048" y="204192"/>
                </a:cubicBezTo>
                <a:cubicBezTo>
                  <a:pt x="32941" y="212874"/>
                  <a:pt x="26987" y="222250"/>
                  <a:pt x="18256" y="222250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87313" y="254000"/>
                </a:lnTo>
                <a:cubicBezTo>
                  <a:pt x="118021" y="254000"/>
                  <a:pt x="142875" y="229146"/>
                  <a:pt x="142875" y="198438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6" name="Text 24"/>
          <p:cNvSpPr/>
          <p:nvPr/>
        </p:nvSpPr>
        <p:spPr>
          <a:xfrm>
            <a:off x="4648068" y="2573865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格式刷妙用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38468" y="3107265"/>
            <a:ext cx="29972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快速复制格式,保持文档风格统一。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74980" y="38184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9" name="Text 27"/>
          <p:cNvSpPr/>
          <p:nvPr/>
        </p:nvSpPr>
        <p:spPr>
          <a:xfrm>
            <a:off x="4362318" y="3767665"/>
            <a:ext cx="172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单击格式刷:单次应用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074980" y="41232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1" name="Text 29"/>
          <p:cNvSpPr/>
          <p:nvPr/>
        </p:nvSpPr>
        <p:spPr>
          <a:xfrm>
            <a:off x="4362318" y="4072465"/>
            <a:ext cx="172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双击格式刷:连续应用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74980" y="44280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3" name="Text 31"/>
          <p:cNvSpPr/>
          <p:nvPr/>
        </p:nvSpPr>
        <p:spPr>
          <a:xfrm>
            <a:off x="4362318" y="4377265"/>
            <a:ext cx="1257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Esc键退出模式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51568" y="2341033"/>
            <a:ext cx="3208867" cy="3158067"/>
          </a:xfrm>
          <a:custGeom>
            <a:avLst/>
            <a:gdLst/>
            <a:ahLst/>
            <a:cxnLst/>
            <a:rect l="l" t="t" r="r" b="b"/>
            <a:pathLst>
              <a:path w="3208867" h="3158067">
                <a:moveTo>
                  <a:pt x="101595" y="0"/>
                </a:moveTo>
                <a:lnTo>
                  <a:pt x="3107272" y="0"/>
                </a:lnTo>
                <a:cubicBezTo>
                  <a:pt x="3163381" y="0"/>
                  <a:pt x="3208867" y="45486"/>
                  <a:pt x="3208867" y="101595"/>
                </a:cubicBezTo>
                <a:lnTo>
                  <a:pt x="3208867" y="3056472"/>
                </a:lnTo>
                <a:cubicBezTo>
                  <a:pt x="3208867" y="3112581"/>
                  <a:pt x="3163381" y="3158067"/>
                  <a:pt x="3107272" y="3158067"/>
                </a:cubicBezTo>
                <a:lnTo>
                  <a:pt x="101595" y="3158067"/>
                </a:lnTo>
                <a:cubicBezTo>
                  <a:pt x="45486" y="3158067"/>
                  <a:pt x="0" y="3112581"/>
                  <a:pt x="0" y="3056472"/>
                </a:cubicBezTo>
                <a:lnTo>
                  <a:pt x="0" y="101595"/>
                </a:lnTo>
                <a:cubicBezTo>
                  <a:pt x="0" y="45486"/>
                  <a:pt x="45486" y="0"/>
                  <a:pt x="101595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8201" y="249766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7535201" y="26246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7" name="Text 35"/>
          <p:cNvSpPr/>
          <p:nvPr/>
        </p:nvSpPr>
        <p:spPr>
          <a:xfrm>
            <a:off x="8017801" y="257386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查找替换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8201" y="3107265"/>
            <a:ext cx="29972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高级用法:批量修改格式和特殊字符。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44714" y="38184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0" name="Text 38"/>
          <p:cNvSpPr/>
          <p:nvPr/>
        </p:nvSpPr>
        <p:spPr>
          <a:xfrm>
            <a:off x="7732051" y="3767665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按格式查找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44714" y="41232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2" name="Text 40"/>
          <p:cNvSpPr/>
          <p:nvPr/>
        </p:nvSpPr>
        <p:spPr>
          <a:xfrm>
            <a:off x="7732051" y="4072465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使用通配符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44714" y="44280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44" name="Text 42"/>
          <p:cNvSpPr/>
          <p:nvPr/>
        </p:nvSpPr>
        <p:spPr>
          <a:xfrm>
            <a:off x="7732051" y="43772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特殊字符替换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2233" y="5659966"/>
            <a:ext cx="4897967" cy="2967567"/>
          </a:xfrm>
          <a:custGeom>
            <a:avLst/>
            <a:gdLst/>
            <a:ahLst/>
            <a:cxnLst/>
            <a:rect l="l" t="t" r="r" b="b"/>
            <a:pathLst>
              <a:path w="4897967" h="2967567">
                <a:moveTo>
                  <a:pt x="101609" y="0"/>
                </a:moveTo>
                <a:lnTo>
                  <a:pt x="4796357" y="0"/>
                </a:lnTo>
                <a:cubicBezTo>
                  <a:pt x="4852475" y="0"/>
                  <a:pt x="4897967" y="45492"/>
                  <a:pt x="4897967" y="101609"/>
                </a:cubicBezTo>
                <a:lnTo>
                  <a:pt x="4897967" y="2865957"/>
                </a:lnTo>
                <a:cubicBezTo>
                  <a:pt x="4897967" y="2922075"/>
                  <a:pt x="4852475" y="2967567"/>
                  <a:pt x="4796357" y="2967567"/>
                </a:cubicBezTo>
                <a:lnTo>
                  <a:pt x="101609" y="2967567"/>
                </a:lnTo>
                <a:cubicBezTo>
                  <a:pt x="45492" y="2967567"/>
                  <a:pt x="0" y="2922075"/>
                  <a:pt x="0" y="2865957"/>
                </a:cubicBezTo>
                <a:lnTo>
                  <a:pt x="0" y="101609"/>
                </a:lnTo>
                <a:cubicBezTo>
                  <a:pt x="0" y="45530"/>
                  <a:pt x="45530" y="0"/>
                  <a:pt x="101609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667" y="586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830792" y="5994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31750"/>
                </a:moveTo>
                <a:cubicBezTo>
                  <a:pt x="195461" y="31750"/>
                  <a:pt x="238125" y="74414"/>
                  <a:pt x="238125" y="127000"/>
                </a:cubicBezTo>
                <a:cubicBezTo>
                  <a:pt x="238125" y="179586"/>
                  <a:pt x="195461" y="222250"/>
                  <a:pt x="142875" y="222250"/>
                </a:cubicBezTo>
                <a:cubicBezTo>
                  <a:pt x="110530" y="222250"/>
                  <a:pt x="81905" y="206127"/>
                  <a:pt x="64691" y="181421"/>
                </a:cubicBezTo>
                <a:cubicBezTo>
                  <a:pt x="59680" y="174228"/>
                  <a:pt x="49758" y="172492"/>
                  <a:pt x="42565" y="177502"/>
                </a:cubicBezTo>
                <a:cubicBezTo>
                  <a:pt x="35371" y="182513"/>
                  <a:pt x="33635" y="192435"/>
                  <a:pt x="38646" y="199628"/>
                </a:cubicBezTo>
                <a:cubicBezTo>
                  <a:pt x="61565" y="232470"/>
                  <a:pt x="99715" y="254000"/>
                  <a:pt x="142875" y="254000"/>
                </a:cubicBezTo>
                <a:cubicBezTo>
                  <a:pt x="213023" y="254000"/>
                  <a:pt x="269875" y="197148"/>
                  <a:pt x="269875" y="127000"/>
                </a:cubicBezTo>
                <a:cubicBezTo>
                  <a:pt x="269875" y="56852"/>
                  <a:pt x="213023" y="0"/>
                  <a:pt x="142875" y="0"/>
                </a:cubicBezTo>
                <a:cubicBezTo>
                  <a:pt x="100360" y="0"/>
                  <a:pt x="62756" y="20886"/>
                  <a:pt x="39688" y="52933"/>
                </a:cubicBezTo>
                <a:lnTo>
                  <a:pt x="39688" y="39688"/>
                </a:lnTo>
                <a:cubicBezTo>
                  <a:pt x="39688" y="30907"/>
                  <a:pt x="32593" y="23812"/>
                  <a:pt x="23812" y="23812"/>
                </a:cubicBezTo>
                <a:cubicBezTo>
                  <a:pt x="15032" y="23812"/>
                  <a:pt x="7938" y="30907"/>
                  <a:pt x="7938" y="39688"/>
                </a:cubicBezTo>
                <a:lnTo>
                  <a:pt x="7938" y="95250"/>
                </a:lnTo>
                <a:cubicBezTo>
                  <a:pt x="7938" y="104031"/>
                  <a:pt x="15032" y="111125"/>
                  <a:pt x="23812" y="111125"/>
                </a:cubicBezTo>
                <a:lnTo>
                  <a:pt x="36016" y="111125"/>
                </a:lnTo>
                <a:cubicBezTo>
                  <a:pt x="36264" y="111125"/>
                  <a:pt x="36513" y="111125"/>
                  <a:pt x="36761" y="111125"/>
                </a:cubicBezTo>
                <a:lnTo>
                  <a:pt x="79425" y="111125"/>
                </a:lnTo>
                <a:cubicBezTo>
                  <a:pt x="88205" y="111125"/>
                  <a:pt x="95300" y="104031"/>
                  <a:pt x="95300" y="95250"/>
                </a:cubicBezTo>
                <a:cubicBezTo>
                  <a:pt x="95300" y="86469"/>
                  <a:pt x="88205" y="79375"/>
                  <a:pt x="79425" y="79375"/>
                </a:cubicBezTo>
                <a:lnTo>
                  <a:pt x="60424" y="79375"/>
                </a:lnTo>
                <a:cubicBezTo>
                  <a:pt x="76845" y="50899"/>
                  <a:pt x="107652" y="31750"/>
                  <a:pt x="142875" y="31750"/>
                </a:cubicBezTo>
                <a:close/>
                <a:moveTo>
                  <a:pt x="154781" y="75406"/>
                </a:moveTo>
                <a:cubicBezTo>
                  <a:pt x="154781" y="68808"/>
                  <a:pt x="149473" y="63500"/>
                  <a:pt x="142875" y="63500"/>
                </a:cubicBezTo>
                <a:cubicBezTo>
                  <a:pt x="136277" y="63500"/>
                  <a:pt x="130969" y="68808"/>
                  <a:pt x="130969" y="75406"/>
                </a:cubicBezTo>
                <a:lnTo>
                  <a:pt x="130969" y="127000"/>
                </a:lnTo>
                <a:cubicBezTo>
                  <a:pt x="130969" y="130175"/>
                  <a:pt x="132209" y="133201"/>
                  <a:pt x="134441" y="135434"/>
                </a:cubicBezTo>
                <a:lnTo>
                  <a:pt x="170160" y="171152"/>
                </a:lnTo>
                <a:cubicBezTo>
                  <a:pt x="174823" y="175816"/>
                  <a:pt x="182364" y="175816"/>
                  <a:pt x="186978" y="171152"/>
                </a:cubicBezTo>
                <a:cubicBezTo>
                  <a:pt x="191591" y="166489"/>
                  <a:pt x="191641" y="158948"/>
                  <a:pt x="186978" y="154335"/>
                </a:cubicBezTo>
                <a:lnTo>
                  <a:pt x="154732" y="122089"/>
                </a:lnTo>
                <a:lnTo>
                  <a:pt x="154732" y="75406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48" name="Text 46"/>
          <p:cNvSpPr/>
          <p:nvPr/>
        </p:nvSpPr>
        <p:spPr>
          <a:xfrm>
            <a:off x="1329267" y="5943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9667" y="6527800"/>
            <a:ext cx="4584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利用版本历史记录,追踪修改、恢复内容,确保文档安全可追溯。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6179" y="7700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1" name="Text 49"/>
          <p:cNvSpPr/>
          <p:nvPr/>
        </p:nvSpPr>
        <p:spPr>
          <a:xfrm>
            <a:off x="1043517" y="7662332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查看历史版本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6179" y="7954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3" name="Text 51"/>
          <p:cNvSpPr/>
          <p:nvPr/>
        </p:nvSpPr>
        <p:spPr>
          <a:xfrm>
            <a:off x="1043517" y="7916332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恢复先前内容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6179" y="8208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5" name="Text 53"/>
          <p:cNvSpPr/>
          <p:nvPr/>
        </p:nvSpPr>
        <p:spPr>
          <a:xfrm>
            <a:off x="1043517" y="8170332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比较版本差异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566701" y="5659966"/>
            <a:ext cx="4897967" cy="2967567"/>
          </a:xfrm>
          <a:custGeom>
            <a:avLst/>
            <a:gdLst/>
            <a:ahLst/>
            <a:cxnLst/>
            <a:rect l="l" t="t" r="r" b="b"/>
            <a:pathLst>
              <a:path w="4897967" h="2967567">
                <a:moveTo>
                  <a:pt x="101609" y="0"/>
                </a:moveTo>
                <a:lnTo>
                  <a:pt x="4796357" y="0"/>
                </a:lnTo>
                <a:cubicBezTo>
                  <a:pt x="4852475" y="0"/>
                  <a:pt x="4897967" y="45492"/>
                  <a:pt x="4897967" y="101609"/>
                </a:cubicBezTo>
                <a:lnTo>
                  <a:pt x="4897967" y="2865957"/>
                </a:lnTo>
                <a:cubicBezTo>
                  <a:pt x="4897967" y="2922075"/>
                  <a:pt x="4852475" y="2967567"/>
                  <a:pt x="4796357" y="2967567"/>
                </a:cubicBezTo>
                <a:lnTo>
                  <a:pt x="101609" y="2967567"/>
                </a:lnTo>
                <a:cubicBezTo>
                  <a:pt x="45492" y="2967567"/>
                  <a:pt x="0" y="2922075"/>
                  <a:pt x="0" y="2865957"/>
                </a:cubicBezTo>
                <a:lnTo>
                  <a:pt x="0" y="101609"/>
                </a:lnTo>
                <a:cubicBezTo>
                  <a:pt x="0" y="45530"/>
                  <a:pt x="45530" y="0"/>
                  <a:pt x="101609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74134" y="5867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5869384" y="59944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59" name="Text 57"/>
          <p:cNvSpPr/>
          <p:nvPr/>
        </p:nvSpPr>
        <p:spPr>
          <a:xfrm>
            <a:off x="6383734" y="59436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协同编辑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74134" y="6527800"/>
            <a:ext cx="45847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多人实时协作,批注审阅,提升团队文档处理效率。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810647" y="7700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2" name="Text 60"/>
          <p:cNvSpPr/>
          <p:nvPr/>
        </p:nvSpPr>
        <p:spPr>
          <a:xfrm>
            <a:off x="6097984" y="7662332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实时共同编辑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810647" y="7954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4" name="Text 62"/>
          <p:cNvSpPr/>
          <p:nvPr/>
        </p:nvSpPr>
        <p:spPr>
          <a:xfrm>
            <a:off x="6097984" y="7916332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添加批注审阅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810647" y="8208432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6" name="Text 64"/>
          <p:cNvSpPr/>
          <p:nvPr/>
        </p:nvSpPr>
        <p:spPr>
          <a:xfrm>
            <a:off x="6097984" y="8170332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跟踪修订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672102" y="508000"/>
            <a:ext cx="8467" cy="8128000"/>
          </a:xfrm>
          <a:custGeom>
            <a:avLst/>
            <a:gdLst/>
            <a:ahLst/>
            <a:cxnLst/>
            <a:rect l="l" t="t" r="r" b="b"/>
            <a:pathLst>
              <a:path w="8467" h="8128000">
                <a:moveTo>
                  <a:pt x="0" y="0"/>
                </a:moveTo>
                <a:lnTo>
                  <a:pt x="8467" y="0"/>
                </a:lnTo>
                <a:lnTo>
                  <a:pt x="8467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10196"/>
            </a:srgbClr>
          </a:solidFill>
        </p:spPr>
      </p:sp>
      <p:sp>
        <p:nvSpPr>
          <p:cNvPr id="68" name="Text 66"/>
          <p:cNvSpPr/>
          <p:nvPr/>
        </p:nvSpPr>
        <p:spPr>
          <a:xfrm>
            <a:off x="10879534" y="508000"/>
            <a:ext cx="505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效率提升技巧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879534" y="1066800"/>
            <a:ext cx="496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更多实用技能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904934" y="1574800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10904934" y="1574800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2" name="Shape 70"/>
          <p:cNvSpPr/>
          <p:nvPr/>
        </p:nvSpPr>
        <p:spPr>
          <a:xfrm>
            <a:off x="11128772" y="1790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0"/>
                </a:moveTo>
                <a:lnTo>
                  <a:pt x="185738" y="0"/>
                </a:lnTo>
                <a:cubicBezTo>
                  <a:pt x="193640" y="0"/>
                  <a:pt x="200025" y="6385"/>
                  <a:pt x="200025" y="14288"/>
                </a:cubicBezTo>
                <a:cubicBezTo>
                  <a:pt x="200025" y="22190"/>
                  <a:pt x="193640" y="28575"/>
                  <a:pt x="185738" y="28575"/>
                </a:cubicBezTo>
                <a:lnTo>
                  <a:pt x="171450" y="28575"/>
                </a:lnTo>
                <a:lnTo>
                  <a:pt x="171450" y="214313"/>
                </a:lnTo>
                <a:cubicBezTo>
                  <a:pt x="171450" y="222215"/>
                  <a:pt x="165065" y="228600"/>
                  <a:pt x="157163" y="228600"/>
                </a:cubicBezTo>
                <a:cubicBezTo>
                  <a:pt x="149260" y="228600"/>
                  <a:pt x="142875" y="222215"/>
                  <a:pt x="142875" y="214313"/>
                </a:cubicBezTo>
                <a:lnTo>
                  <a:pt x="142875" y="28575"/>
                </a:lnTo>
                <a:lnTo>
                  <a:pt x="121444" y="28575"/>
                </a:lnTo>
                <a:lnTo>
                  <a:pt x="121444" y="214313"/>
                </a:lnTo>
                <a:cubicBezTo>
                  <a:pt x="121444" y="222215"/>
                  <a:pt x="115059" y="228600"/>
                  <a:pt x="107156" y="228600"/>
                </a:cubicBezTo>
                <a:cubicBezTo>
                  <a:pt x="99253" y="228600"/>
                  <a:pt x="92869" y="222215"/>
                  <a:pt x="92869" y="214313"/>
                </a:cubicBezTo>
                <a:lnTo>
                  <a:pt x="92869" y="142875"/>
                </a:lnTo>
                <a:lnTo>
                  <a:pt x="71438" y="142875"/>
                </a:lnTo>
                <a:cubicBezTo>
                  <a:pt x="31968" y="142875"/>
                  <a:pt x="0" y="110907"/>
                  <a:pt x="0" y="71438"/>
                </a:cubicBezTo>
                <a:cubicBezTo>
                  <a:pt x="0" y="31968"/>
                  <a:pt x="31968" y="0"/>
                  <a:pt x="71438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3" name="Text 71"/>
          <p:cNvSpPr/>
          <p:nvPr/>
        </p:nvSpPr>
        <p:spPr>
          <a:xfrm>
            <a:off x="11470084" y="17272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分栏排版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082734" y="2133600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报纸、杂志风格布局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904934" y="2791352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10904934" y="2791352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77" name="Shape 75"/>
          <p:cNvSpPr/>
          <p:nvPr/>
        </p:nvSpPr>
        <p:spPr>
          <a:xfrm>
            <a:off x="11114484" y="300725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3326" y="55409"/>
                </a:moveTo>
                <a:cubicBezTo>
                  <a:pt x="192569" y="62374"/>
                  <a:pt x="203865" y="69116"/>
                  <a:pt x="216456" y="70812"/>
                </a:cubicBezTo>
                <a:cubicBezTo>
                  <a:pt x="222305" y="71616"/>
                  <a:pt x="227707" y="67464"/>
                  <a:pt x="228511" y="61615"/>
                </a:cubicBezTo>
                <a:cubicBezTo>
                  <a:pt x="229314" y="55766"/>
                  <a:pt x="225162" y="50363"/>
                  <a:pt x="219313" y="49560"/>
                </a:cubicBezTo>
                <a:cubicBezTo>
                  <a:pt x="212214" y="48622"/>
                  <a:pt x="204490" y="44514"/>
                  <a:pt x="196230" y="38308"/>
                </a:cubicBezTo>
                <a:cubicBezTo>
                  <a:pt x="179085" y="25360"/>
                  <a:pt x="155823" y="25360"/>
                  <a:pt x="138633" y="38308"/>
                </a:cubicBezTo>
                <a:cubicBezTo>
                  <a:pt x="127918" y="46390"/>
                  <a:pt x="120461" y="50051"/>
                  <a:pt x="114300" y="50051"/>
                </a:cubicBezTo>
                <a:cubicBezTo>
                  <a:pt x="108139" y="50051"/>
                  <a:pt x="100682" y="46390"/>
                  <a:pt x="89967" y="38308"/>
                </a:cubicBezTo>
                <a:cubicBezTo>
                  <a:pt x="72822" y="25360"/>
                  <a:pt x="49560" y="25360"/>
                  <a:pt x="32370" y="38308"/>
                </a:cubicBezTo>
                <a:cubicBezTo>
                  <a:pt x="24110" y="44514"/>
                  <a:pt x="16386" y="48622"/>
                  <a:pt x="9287" y="49560"/>
                </a:cubicBezTo>
                <a:cubicBezTo>
                  <a:pt x="3438" y="50363"/>
                  <a:pt x="-714" y="55721"/>
                  <a:pt x="89" y="61615"/>
                </a:cubicBezTo>
                <a:cubicBezTo>
                  <a:pt x="893" y="67508"/>
                  <a:pt x="6251" y="71616"/>
                  <a:pt x="12144" y="70812"/>
                </a:cubicBezTo>
                <a:cubicBezTo>
                  <a:pt x="24735" y="69116"/>
                  <a:pt x="36076" y="62374"/>
                  <a:pt x="45274" y="55409"/>
                </a:cubicBezTo>
                <a:cubicBezTo>
                  <a:pt x="54784" y="48220"/>
                  <a:pt x="67553" y="48220"/>
                  <a:pt x="77063" y="55409"/>
                </a:cubicBezTo>
                <a:cubicBezTo>
                  <a:pt x="87868" y="63579"/>
                  <a:pt x="100414" y="71438"/>
                  <a:pt x="114300" y="71438"/>
                </a:cubicBezTo>
                <a:cubicBezTo>
                  <a:pt x="128186" y="71438"/>
                  <a:pt x="140687" y="63535"/>
                  <a:pt x="151537" y="55409"/>
                </a:cubicBezTo>
                <a:cubicBezTo>
                  <a:pt x="161047" y="48220"/>
                  <a:pt x="173816" y="48220"/>
                  <a:pt x="183326" y="55409"/>
                </a:cubicBezTo>
                <a:close/>
                <a:moveTo>
                  <a:pt x="183326" y="119702"/>
                </a:moveTo>
                <a:cubicBezTo>
                  <a:pt x="192569" y="126668"/>
                  <a:pt x="203865" y="133410"/>
                  <a:pt x="216456" y="135106"/>
                </a:cubicBezTo>
                <a:cubicBezTo>
                  <a:pt x="222305" y="135910"/>
                  <a:pt x="227707" y="131758"/>
                  <a:pt x="228511" y="125909"/>
                </a:cubicBezTo>
                <a:cubicBezTo>
                  <a:pt x="229314" y="120060"/>
                  <a:pt x="225162" y="114657"/>
                  <a:pt x="219313" y="113854"/>
                </a:cubicBezTo>
                <a:cubicBezTo>
                  <a:pt x="212214" y="112916"/>
                  <a:pt x="204490" y="108808"/>
                  <a:pt x="196230" y="102602"/>
                </a:cubicBezTo>
                <a:cubicBezTo>
                  <a:pt x="179085" y="89654"/>
                  <a:pt x="155823" y="89654"/>
                  <a:pt x="138633" y="102602"/>
                </a:cubicBezTo>
                <a:cubicBezTo>
                  <a:pt x="127918" y="110683"/>
                  <a:pt x="120461" y="114345"/>
                  <a:pt x="114300" y="114345"/>
                </a:cubicBezTo>
                <a:cubicBezTo>
                  <a:pt x="108139" y="114345"/>
                  <a:pt x="100682" y="110683"/>
                  <a:pt x="89967" y="102602"/>
                </a:cubicBezTo>
                <a:cubicBezTo>
                  <a:pt x="72822" y="89654"/>
                  <a:pt x="49560" y="89654"/>
                  <a:pt x="32370" y="102602"/>
                </a:cubicBezTo>
                <a:cubicBezTo>
                  <a:pt x="24110" y="108808"/>
                  <a:pt x="16386" y="112916"/>
                  <a:pt x="9287" y="113854"/>
                </a:cubicBezTo>
                <a:cubicBezTo>
                  <a:pt x="3438" y="114613"/>
                  <a:pt x="-714" y="120015"/>
                  <a:pt x="89" y="125909"/>
                </a:cubicBezTo>
                <a:cubicBezTo>
                  <a:pt x="893" y="131802"/>
                  <a:pt x="6251" y="135910"/>
                  <a:pt x="12144" y="135106"/>
                </a:cubicBezTo>
                <a:cubicBezTo>
                  <a:pt x="24735" y="133410"/>
                  <a:pt x="36076" y="126668"/>
                  <a:pt x="45274" y="119702"/>
                </a:cubicBezTo>
                <a:cubicBezTo>
                  <a:pt x="54784" y="112514"/>
                  <a:pt x="67553" y="112514"/>
                  <a:pt x="77063" y="119702"/>
                </a:cubicBezTo>
                <a:cubicBezTo>
                  <a:pt x="87868" y="127873"/>
                  <a:pt x="100414" y="135731"/>
                  <a:pt x="114300" y="135731"/>
                </a:cubicBezTo>
                <a:cubicBezTo>
                  <a:pt x="128186" y="135731"/>
                  <a:pt x="140687" y="127828"/>
                  <a:pt x="151537" y="119702"/>
                </a:cubicBezTo>
                <a:cubicBezTo>
                  <a:pt x="161047" y="112514"/>
                  <a:pt x="173816" y="112514"/>
                  <a:pt x="183326" y="119702"/>
                </a:cubicBezTo>
                <a:close/>
                <a:moveTo>
                  <a:pt x="151537" y="183996"/>
                </a:moveTo>
                <a:cubicBezTo>
                  <a:pt x="161047" y="176808"/>
                  <a:pt x="173816" y="176808"/>
                  <a:pt x="183326" y="183996"/>
                </a:cubicBezTo>
                <a:cubicBezTo>
                  <a:pt x="192569" y="190961"/>
                  <a:pt x="203865" y="197703"/>
                  <a:pt x="216456" y="199400"/>
                </a:cubicBezTo>
                <a:cubicBezTo>
                  <a:pt x="222305" y="200204"/>
                  <a:pt x="227707" y="196051"/>
                  <a:pt x="228511" y="190202"/>
                </a:cubicBezTo>
                <a:cubicBezTo>
                  <a:pt x="229314" y="184353"/>
                  <a:pt x="225162" y="178951"/>
                  <a:pt x="219313" y="178147"/>
                </a:cubicBezTo>
                <a:cubicBezTo>
                  <a:pt x="212214" y="177210"/>
                  <a:pt x="204490" y="173102"/>
                  <a:pt x="196230" y="166896"/>
                </a:cubicBezTo>
                <a:cubicBezTo>
                  <a:pt x="179085" y="153948"/>
                  <a:pt x="155823" y="153948"/>
                  <a:pt x="138633" y="166896"/>
                </a:cubicBezTo>
                <a:cubicBezTo>
                  <a:pt x="127918" y="174977"/>
                  <a:pt x="120461" y="178638"/>
                  <a:pt x="114300" y="178638"/>
                </a:cubicBezTo>
                <a:cubicBezTo>
                  <a:pt x="108139" y="178638"/>
                  <a:pt x="100682" y="174977"/>
                  <a:pt x="89967" y="166896"/>
                </a:cubicBezTo>
                <a:cubicBezTo>
                  <a:pt x="72822" y="153948"/>
                  <a:pt x="49560" y="153948"/>
                  <a:pt x="32370" y="166896"/>
                </a:cubicBezTo>
                <a:cubicBezTo>
                  <a:pt x="24110" y="173102"/>
                  <a:pt x="16386" y="177210"/>
                  <a:pt x="9287" y="178147"/>
                </a:cubicBezTo>
                <a:cubicBezTo>
                  <a:pt x="3438" y="178951"/>
                  <a:pt x="-714" y="184309"/>
                  <a:pt x="89" y="190202"/>
                </a:cubicBezTo>
                <a:cubicBezTo>
                  <a:pt x="893" y="196096"/>
                  <a:pt x="6251" y="200204"/>
                  <a:pt x="12144" y="199400"/>
                </a:cubicBezTo>
                <a:cubicBezTo>
                  <a:pt x="24735" y="197703"/>
                  <a:pt x="36076" y="190961"/>
                  <a:pt x="45274" y="183996"/>
                </a:cubicBezTo>
                <a:cubicBezTo>
                  <a:pt x="54784" y="176808"/>
                  <a:pt x="67553" y="176808"/>
                  <a:pt x="77063" y="183996"/>
                </a:cubicBezTo>
                <a:cubicBezTo>
                  <a:pt x="87868" y="192167"/>
                  <a:pt x="100414" y="200025"/>
                  <a:pt x="114300" y="200025"/>
                </a:cubicBezTo>
                <a:cubicBezTo>
                  <a:pt x="128186" y="200025"/>
                  <a:pt x="140687" y="192122"/>
                  <a:pt x="151537" y="183996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78" name="Text 76"/>
          <p:cNvSpPr/>
          <p:nvPr/>
        </p:nvSpPr>
        <p:spPr>
          <a:xfrm>
            <a:off x="11470084" y="2943752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文字水印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082734" y="3350152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机密、版权保护标记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0904934" y="4007907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10904934" y="4007907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2" name="Shape 80"/>
          <p:cNvSpPr/>
          <p:nvPr/>
        </p:nvSpPr>
        <p:spPr>
          <a:xfrm>
            <a:off x="11100197" y="422380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71438" y="0"/>
                </a:moveTo>
                <a:cubicBezTo>
                  <a:pt x="79340" y="0"/>
                  <a:pt x="85725" y="6385"/>
                  <a:pt x="85725" y="14288"/>
                </a:cubicBezTo>
                <a:lnTo>
                  <a:pt x="85725" y="28575"/>
                </a:lnTo>
                <a:lnTo>
                  <a:pt x="142875" y="28575"/>
                </a:lnTo>
                <a:cubicBezTo>
                  <a:pt x="150778" y="28575"/>
                  <a:pt x="157163" y="34960"/>
                  <a:pt x="157163" y="42863"/>
                </a:cubicBezTo>
                <a:cubicBezTo>
                  <a:pt x="157163" y="50765"/>
                  <a:pt x="150778" y="57150"/>
                  <a:pt x="142875" y="57150"/>
                </a:cubicBezTo>
                <a:lnTo>
                  <a:pt x="138589" y="57150"/>
                </a:lnTo>
                <a:lnTo>
                  <a:pt x="134838" y="67464"/>
                </a:lnTo>
                <a:cubicBezTo>
                  <a:pt x="127516" y="87645"/>
                  <a:pt x="116488" y="106085"/>
                  <a:pt x="102602" y="121935"/>
                </a:cubicBezTo>
                <a:cubicBezTo>
                  <a:pt x="108942" y="125864"/>
                  <a:pt x="115550" y="129347"/>
                  <a:pt x="122426" y="132427"/>
                </a:cubicBezTo>
                <a:lnTo>
                  <a:pt x="144929" y="142429"/>
                </a:lnTo>
                <a:lnTo>
                  <a:pt x="172700" y="79921"/>
                </a:lnTo>
                <a:cubicBezTo>
                  <a:pt x="174977" y="74741"/>
                  <a:pt x="180112" y="71438"/>
                  <a:pt x="185737" y="71438"/>
                </a:cubicBezTo>
                <a:cubicBezTo>
                  <a:pt x="191363" y="71438"/>
                  <a:pt x="196498" y="74741"/>
                  <a:pt x="198775" y="79921"/>
                </a:cubicBezTo>
                <a:lnTo>
                  <a:pt x="255925" y="208508"/>
                </a:lnTo>
                <a:cubicBezTo>
                  <a:pt x="259140" y="215741"/>
                  <a:pt x="255880" y="224180"/>
                  <a:pt x="248692" y="227350"/>
                </a:cubicBezTo>
                <a:cubicBezTo>
                  <a:pt x="241503" y="230520"/>
                  <a:pt x="233020" y="227305"/>
                  <a:pt x="229850" y="220117"/>
                </a:cubicBezTo>
                <a:lnTo>
                  <a:pt x="220920" y="200025"/>
                </a:lnTo>
                <a:lnTo>
                  <a:pt x="150599" y="200025"/>
                </a:lnTo>
                <a:lnTo>
                  <a:pt x="141669" y="220117"/>
                </a:lnTo>
                <a:cubicBezTo>
                  <a:pt x="138455" y="227350"/>
                  <a:pt x="130016" y="230565"/>
                  <a:pt x="122828" y="227350"/>
                </a:cubicBezTo>
                <a:cubicBezTo>
                  <a:pt x="115639" y="224135"/>
                  <a:pt x="112380" y="215697"/>
                  <a:pt x="115595" y="208508"/>
                </a:cubicBezTo>
                <a:lnTo>
                  <a:pt x="133365" y="168548"/>
                </a:lnTo>
                <a:lnTo>
                  <a:pt x="110862" y="158547"/>
                </a:lnTo>
                <a:cubicBezTo>
                  <a:pt x="100593" y="153992"/>
                  <a:pt x="90770" y="148545"/>
                  <a:pt x="81483" y="142295"/>
                </a:cubicBezTo>
                <a:cubicBezTo>
                  <a:pt x="71973" y="149974"/>
                  <a:pt x="61570" y="156671"/>
                  <a:pt x="50453" y="162252"/>
                </a:cubicBezTo>
                <a:lnTo>
                  <a:pt x="34960" y="169932"/>
                </a:lnTo>
                <a:cubicBezTo>
                  <a:pt x="27905" y="173459"/>
                  <a:pt x="19333" y="170602"/>
                  <a:pt x="15806" y="163547"/>
                </a:cubicBezTo>
                <a:cubicBezTo>
                  <a:pt x="12278" y="156493"/>
                  <a:pt x="15136" y="147920"/>
                  <a:pt x="22190" y="144393"/>
                </a:cubicBezTo>
                <a:lnTo>
                  <a:pt x="37594" y="136669"/>
                </a:lnTo>
                <a:cubicBezTo>
                  <a:pt x="44872" y="133008"/>
                  <a:pt x="51792" y="128766"/>
                  <a:pt x="58311" y="124033"/>
                </a:cubicBezTo>
                <a:cubicBezTo>
                  <a:pt x="52149" y="118363"/>
                  <a:pt x="46345" y="112246"/>
                  <a:pt x="40943" y="105772"/>
                </a:cubicBezTo>
                <a:lnTo>
                  <a:pt x="36433" y="100325"/>
                </a:lnTo>
                <a:cubicBezTo>
                  <a:pt x="31388" y="94253"/>
                  <a:pt x="32192" y="85234"/>
                  <a:pt x="38264" y="80189"/>
                </a:cubicBezTo>
                <a:cubicBezTo>
                  <a:pt x="44336" y="75143"/>
                  <a:pt x="53355" y="75947"/>
                  <a:pt x="58400" y="82019"/>
                </a:cubicBezTo>
                <a:lnTo>
                  <a:pt x="62954" y="87466"/>
                </a:lnTo>
                <a:cubicBezTo>
                  <a:pt x="68089" y="93672"/>
                  <a:pt x="73715" y="99432"/>
                  <a:pt x="79653" y="104745"/>
                </a:cubicBezTo>
                <a:cubicBezTo>
                  <a:pt x="91931" y="91172"/>
                  <a:pt x="101620" y="75233"/>
                  <a:pt x="108005" y="57686"/>
                </a:cubicBezTo>
                <a:lnTo>
                  <a:pt x="108228" y="57150"/>
                </a:lnTo>
                <a:lnTo>
                  <a:pt x="14332" y="57150"/>
                </a:lnTo>
                <a:cubicBezTo>
                  <a:pt x="6385" y="57150"/>
                  <a:pt x="0" y="50765"/>
                  <a:pt x="0" y="42863"/>
                </a:cubicBezTo>
                <a:cubicBezTo>
                  <a:pt x="0" y="34960"/>
                  <a:pt x="6385" y="28575"/>
                  <a:pt x="14288" y="28575"/>
                </a:cubicBezTo>
                <a:lnTo>
                  <a:pt x="57150" y="28575"/>
                </a:lnTo>
                <a:lnTo>
                  <a:pt x="57150" y="14288"/>
                </a:lnTo>
                <a:cubicBezTo>
                  <a:pt x="57150" y="6385"/>
                  <a:pt x="63535" y="0"/>
                  <a:pt x="71438" y="0"/>
                </a:cubicBezTo>
                <a:close/>
                <a:moveTo>
                  <a:pt x="185738" y="120908"/>
                </a:moveTo>
                <a:lnTo>
                  <a:pt x="163279" y="171450"/>
                </a:lnTo>
                <a:lnTo>
                  <a:pt x="208196" y="171450"/>
                </a:lnTo>
                <a:lnTo>
                  <a:pt x="185738" y="120908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83" name="Text 81"/>
          <p:cNvSpPr/>
          <p:nvPr/>
        </p:nvSpPr>
        <p:spPr>
          <a:xfrm>
            <a:off x="11470084" y="4160307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翻译工具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082734" y="4566707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内置多语言翻译功能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0904934" y="5224463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10904934" y="5224463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87" name="Shape 85"/>
          <p:cNvSpPr/>
          <p:nvPr/>
        </p:nvSpPr>
        <p:spPr>
          <a:xfrm>
            <a:off x="11100197" y="544036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53578" y="14288"/>
                </a:moveTo>
                <a:cubicBezTo>
                  <a:pt x="31879" y="14288"/>
                  <a:pt x="14288" y="31879"/>
                  <a:pt x="14288" y="53578"/>
                </a:cubicBezTo>
                <a:lnTo>
                  <a:pt x="14288" y="128588"/>
                </a:lnTo>
                <a:cubicBezTo>
                  <a:pt x="14288" y="136490"/>
                  <a:pt x="20672" y="142875"/>
                  <a:pt x="28575" y="142875"/>
                </a:cubicBezTo>
                <a:cubicBezTo>
                  <a:pt x="36478" y="142875"/>
                  <a:pt x="42863" y="136490"/>
                  <a:pt x="42863" y="128588"/>
                </a:cubicBezTo>
                <a:lnTo>
                  <a:pt x="42863" y="100013"/>
                </a:lnTo>
                <a:lnTo>
                  <a:pt x="71438" y="100013"/>
                </a:lnTo>
                <a:lnTo>
                  <a:pt x="71438" y="128588"/>
                </a:lnTo>
                <a:cubicBezTo>
                  <a:pt x="71438" y="136490"/>
                  <a:pt x="77822" y="142875"/>
                  <a:pt x="85725" y="142875"/>
                </a:cubicBezTo>
                <a:cubicBezTo>
                  <a:pt x="93628" y="142875"/>
                  <a:pt x="100013" y="136490"/>
                  <a:pt x="100013" y="128588"/>
                </a:cubicBezTo>
                <a:lnTo>
                  <a:pt x="100013" y="53578"/>
                </a:lnTo>
                <a:cubicBezTo>
                  <a:pt x="100013" y="31879"/>
                  <a:pt x="82421" y="14288"/>
                  <a:pt x="60722" y="14288"/>
                </a:cubicBezTo>
                <a:lnTo>
                  <a:pt x="53578" y="14288"/>
                </a:lnTo>
                <a:close/>
                <a:moveTo>
                  <a:pt x="71438" y="71438"/>
                </a:moveTo>
                <a:lnTo>
                  <a:pt x="42863" y="71438"/>
                </a:lnTo>
                <a:lnTo>
                  <a:pt x="42863" y="53578"/>
                </a:lnTo>
                <a:cubicBezTo>
                  <a:pt x="42863" y="47640"/>
                  <a:pt x="47640" y="42863"/>
                  <a:pt x="53578" y="42863"/>
                </a:cubicBezTo>
                <a:lnTo>
                  <a:pt x="60722" y="42863"/>
                </a:lnTo>
                <a:cubicBezTo>
                  <a:pt x="66660" y="42863"/>
                  <a:pt x="71438" y="47640"/>
                  <a:pt x="71438" y="53578"/>
                </a:cubicBezTo>
                <a:lnTo>
                  <a:pt x="71438" y="71438"/>
                </a:lnTo>
                <a:close/>
                <a:moveTo>
                  <a:pt x="135731" y="14288"/>
                </a:moveTo>
                <a:cubicBezTo>
                  <a:pt x="127828" y="14288"/>
                  <a:pt x="121444" y="20672"/>
                  <a:pt x="121444" y="28575"/>
                </a:cubicBezTo>
                <a:lnTo>
                  <a:pt x="121444" y="128588"/>
                </a:lnTo>
                <a:cubicBezTo>
                  <a:pt x="121444" y="136490"/>
                  <a:pt x="127828" y="142875"/>
                  <a:pt x="135731" y="142875"/>
                </a:cubicBezTo>
                <a:lnTo>
                  <a:pt x="167878" y="142875"/>
                </a:lnTo>
                <a:cubicBezTo>
                  <a:pt x="189577" y="142875"/>
                  <a:pt x="207169" y="125284"/>
                  <a:pt x="207169" y="103584"/>
                </a:cubicBezTo>
                <a:cubicBezTo>
                  <a:pt x="207169" y="93047"/>
                  <a:pt x="203016" y="83493"/>
                  <a:pt x="196275" y="76438"/>
                </a:cubicBezTo>
                <a:cubicBezTo>
                  <a:pt x="200873" y="70009"/>
                  <a:pt x="203597" y="62106"/>
                  <a:pt x="203597" y="53578"/>
                </a:cubicBezTo>
                <a:cubicBezTo>
                  <a:pt x="203597" y="31879"/>
                  <a:pt x="186005" y="14287"/>
                  <a:pt x="164306" y="14287"/>
                </a:cubicBezTo>
                <a:lnTo>
                  <a:pt x="135731" y="14287"/>
                </a:lnTo>
                <a:close/>
                <a:moveTo>
                  <a:pt x="164306" y="64294"/>
                </a:moveTo>
                <a:lnTo>
                  <a:pt x="150019" y="64294"/>
                </a:lnTo>
                <a:lnTo>
                  <a:pt x="150019" y="42863"/>
                </a:lnTo>
                <a:lnTo>
                  <a:pt x="164306" y="42863"/>
                </a:lnTo>
                <a:cubicBezTo>
                  <a:pt x="170244" y="42863"/>
                  <a:pt x="175022" y="47640"/>
                  <a:pt x="175022" y="53578"/>
                </a:cubicBezTo>
                <a:cubicBezTo>
                  <a:pt x="175022" y="59516"/>
                  <a:pt x="170244" y="64294"/>
                  <a:pt x="164306" y="64294"/>
                </a:cubicBezTo>
                <a:close/>
                <a:moveTo>
                  <a:pt x="150019" y="114300"/>
                </a:moveTo>
                <a:lnTo>
                  <a:pt x="150019" y="92869"/>
                </a:lnTo>
                <a:lnTo>
                  <a:pt x="167878" y="92869"/>
                </a:lnTo>
                <a:cubicBezTo>
                  <a:pt x="173816" y="92869"/>
                  <a:pt x="178594" y="97646"/>
                  <a:pt x="178594" y="103584"/>
                </a:cubicBezTo>
                <a:cubicBezTo>
                  <a:pt x="178594" y="109523"/>
                  <a:pt x="173816" y="114300"/>
                  <a:pt x="167878" y="114300"/>
                </a:cubicBezTo>
                <a:lnTo>
                  <a:pt x="150019" y="114300"/>
                </a:lnTo>
                <a:close/>
                <a:moveTo>
                  <a:pt x="254050" y="151805"/>
                </a:moveTo>
                <a:cubicBezTo>
                  <a:pt x="258961" y="145643"/>
                  <a:pt x="257979" y="136669"/>
                  <a:pt x="251817" y="131713"/>
                </a:cubicBezTo>
                <a:cubicBezTo>
                  <a:pt x="245656" y="126757"/>
                  <a:pt x="236681" y="127784"/>
                  <a:pt x="231725" y="133945"/>
                </a:cubicBezTo>
                <a:lnTo>
                  <a:pt x="184532" y="192926"/>
                </a:lnTo>
                <a:lnTo>
                  <a:pt x="167253" y="175647"/>
                </a:lnTo>
                <a:cubicBezTo>
                  <a:pt x="161672" y="170066"/>
                  <a:pt x="152608" y="170066"/>
                  <a:pt x="147027" y="175647"/>
                </a:cubicBezTo>
                <a:cubicBezTo>
                  <a:pt x="141446" y="181228"/>
                  <a:pt x="141446" y="190292"/>
                  <a:pt x="147027" y="195873"/>
                </a:cubicBezTo>
                <a:lnTo>
                  <a:pt x="175602" y="224448"/>
                </a:lnTo>
                <a:cubicBezTo>
                  <a:pt x="178460" y="227305"/>
                  <a:pt x="182434" y="228823"/>
                  <a:pt x="186497" y="228600"/>
                </a:cubicBezTo>
                <a:cubicBezTo>
                  <a:pt x="190560" y="228377"/>
                  <a:pt x="194310" y="226412"/>
                  <a:pt x="196855" y="223242"/>
                </a:cubicBezTo>
                <a:lnTo>
                  <a:pt x="254050" y="151805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88" name="Text 86"/>
          <p:cNvSpPr/>
          <p:nvPr/>
        </p:nvSpPr>
        <p:spPr>
          <a:xfrm>
            <a:off x="11470084" y="5376863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拼写检查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082734" y="5783263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自动纠错与语法建议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0904934" y="6441015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91" name="Shape 89"/>
          <p:cNvSpPr/>
          <p:nvPr/>
        </p:nvSpPr>
        <p:spPr>
          <a:xfrm>
            <a:off x="10904934" y="6441015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2" name="Shape 90"/>
          <p:cNvSpPr/>
          <p:nvPr/>
        </p:nvSpPr>
        <p:spPr>
          <a:xfrm>
            <a:off x="11100197" y="665691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0"/>
                </a:moveTo>
                <a:cubicBezTo>
                  <a:pt x="27102" y="0"/>
                  <a:pt x="14288" y="12814"/>
                  <a:pt x="14288" y="28575"/>
                </a:cubicBezTo>
                <a:lnTo>
                  <a:pt x="14288" y="200025"/>
                </a:lnTo>
                <a:cubicBezTo>
                  <a:pt x="14288" y="215786"/>
                  <a:pt x="27102" y="228600"/>
                  <a:pt x="42863" y="228600"/>
                </a:cubicBezTo>
                <a:lnTo>
                  <a:pt x="78581" y="228600"/>
                </a:lnTo>
                <a:lnTo>
                  <a:pt x="78581" y="178594"/>
                </a:lnTo>
                <a:cubicBezTo>
                  <a:pt x="78581" y="162833"/>
                  <a:pt x="91395" y="150019"/>
                  <a:pt x="107156" y="150019"/>
                </a:cubicBezTo>
                <a:lnTo>
                  <a:pt x="185738" y="150019"/>
                </a:lnTo>
                <a:lnTo>
                  <a:pt x="185738" y="76126"/>
                </a:lnTo>
                <a:cubicBezTo>
                  <a:pt x="185738" y="68535"/>
                  <a:pt x="182746" y="61258"/>
                  <a:pt x="177388" y="55900"/>
                </a:cubicBezTo>
                <a:lnTo>
                  <a:pt x="129793" y="8349"/>
                </a:lnTo>
                <a:cubicBezTo>
                  <a:pt x="124435" y="2991"/>
                  <a:pt x="117202" y="0"/>
                  <a:pt x="109612" y="0"/>
                </a:cubicBezTo>
                <a:lnTo>
                  <a:pt x="42863" y="0"/>
                </a:lnTo>
                <a:close/>
                <a:moveTo>
                  <a:pt x="159618" y="78581"/>
                </a:moveTo>
                <a:lnTo>
                  <a:pt x="117872" y="78581"/>
                </a:lnTo>
                <a:cubicBezTo>
                  <a:pt x="111934" y="78581"/>
                  <a:pt x="107156" y="73804"/>
                  <a:pt x="107156" y="67866"/>
                </a:cubicBezTo>
                <a:lnTo>
                  <a:pt x="107156" y="26119"/>
                </a:lnTo>
                <a:lnTo>
                  <a:pt x="159618" y="78581"/>
                </a:lnTo>
                <a:close/>
                <a:moveTo>
                  <a:pt x="107156" y="169664"/>
                </a:moveTo>
                <a:cubicBezTo>
                  <a:pt x="102245" y="169664"/>
                  <a:pt x="98227" y="173682"/>
                  <a:pt x="98227" y="178594"/>
                </a:cubicBezTo>
                <a:lnTo>
                  <a:pt x="98227" y="235744"/>
                </a:lnTo>
                <a:cubicBezTo>
                  <a:pt x="98227" y="240655"/>
                  <a:pt x="102245" y="244673"/>
                  <a:pt x="107156" y="244673"/>
                </a:cubicBezTo>
                <a:cubicBezTo>
                  <a:pt x="112068" y="244673"/>
                  <a:pt x="116086" y="240655"/>
                  <a:pt x="116086" y="235744"/>
                </a:cubicBezTo>
                <a:lnTo>
                  <a:pt x="116086" y="223242"/>
                </a:lnTo>
                <a:lnTo>
                  <a:pt x="121444" y="223242"/>
                </a:lnTo>
                <a:cubicBezTo>
                  <a:pt x="136222" y="223242"/>
                  <a:pt x="148233" y="211232"/>
                  <a:pt x="148233" y="196453"/>
                </a:cubicBezTo>
                <a:cubicBezTo>
                  <a:pt x="148233" y="181674"/>
                  <a:pt x="136222" y="169664"/>
                  <a:pt x="121444" y="169664"/>
                </a:cubicBezTo>
                <a:lnTo>
                  <a:pt x="107156" y="169664"/>
                </a:lnTo>
                <a:close/>
                <a:moveTo>
                  <a:pt x="121444" y="205383"/>
                </a:moveTo>
                <a:lnTo>
                  <a:pt x="116086" y="205383"/>
                </a:lnTo>
                <a:lnTo>
                  <a:pt x="116086" y="187523"/>
                </a:lnTo>
                <a:lnTo>
                  <a:pt x="121444" y="187523"/>
                </a:lnTo>
                <a:cubicBezTo>
                  <a:pt x="126355" y="187523"/>
                  <a:pt x="130373" y="191542"/>
                  <a:pt x="130373" y="196453"/>
                </a:cubicBezTo>
                <a:cubicBezTo>
                  <a:pt x="130373" y="201364"/>
                  <a:pt x="126355" y="205383"/>
                  <a:pt x="121444" y="205383"/>
                </a:cubicBezTo>
                <a:close/>
                <a:moveTo>
                  <a:pt x="164306" y="169664"/>
                </a:moveTo>
                <a:cubicBezTo>
                  <a:pt x="159395" y="169664"/>
                  <a:pt x="155377" y="173682"/>
                  <a:pt x="155377" y="178594"/>
                </a:cubicBezTo>
                <a:lnTo>
                  <a:pt x="155377" y="235744"/>
                </a:lnTo>
                <a:cubicBezTo>
                  <a:pt x="155377" y="240655"/>
                  <a:pt x="159395" y="244673"/>
                  <a:pt x="164306" y="244673"/>
                </a:cubicBezTo>
                <a:lnTo>
                  <a:pt x="178594" y="244673"/>
                </a:lnTo>
                <a:cubicBezTo>
                  <a:pt x="191408" y="244673"/>
                  <a:pt x="201811" y="234270"/>
                  <a:pt x="201811" y="221456"/>
                </a:cubicBezTo>
                <a:lnTo>
                  <a:pt x="201811" y="192881"/>
                </a:lnTo>
                <a:cubicBezTo>
                  <a:pt x="201811" y="180067"/>
                  <a:pt x="191408" y="169664"/>
                  <a:pt x="178594" y="169664"/>
                </a:cubicBezTo>
                <a:lnTo>
                  <a:pt x="164306" y="169664"/>
                </a:lnTo>
                <a:close/>
                <a:moveTo>
                  <a:pt x="173236" y="226814"/>
                </a:moveTo>
                <a:lnTo>
                  <a:pt x="173236" y="187523"/>
                </a:lnTo>
                <a:lnTo>
                  <a:pt x="178594" y="187523"/>
                </a:lnTo>
                <a:cubicBezTo>
                  <a:pt x="181541" y="187523"/>
                  <a:pt x="183952" y="189934"/>
                  <a:pt x="183952" y="192881"/>
                </a:cubicBezTo>
                <a:lnTo>
                  <a:pt x="183952" y="221456"/>
                </a:lnTo>
                <a:cubicBezTo>
                  <a:pt x="183952" y="224403"/>
                  <a:pt x="181541" y="226814"/>
                  <a:pt x="178594" y="226814"/>
                </a:cubicBezTo>
                <a:lnTo>
                  <a:pt x="173236" y="226814"/>
                </a:lnTo>
                <a:close/>
                <a:moveTo>
                  <a:pt x="212527" y="178594"/>
                </a:moveTo>
                <a:lnTo>
                  <a:pt x="212527" y="235744"/>
                </a:lnTo>
                <a:cubicBezTo>
                  <a:pt x="212527" y="240655"/>
                  <a:pt x="216545" y="244673"/>
                  <a:pt x="221456" y="244673"/>
                </a:cubicBezTo>
                <a:cubicBezTo>
                  <a:pt x="226368" y="244673"/>
                  <a:pt x="230386" y="240655"/>
                  <a:pt x="230386" y="235744"/>
                </a:cubicBezTo>
                <a:lnTo>
                  <a:pt x="230386" y="216098"/>
                </a:lnTo>
                <a:lnTo>
                  <a:pt x="242888" y="216098"/>
                </a:lnTo>
                <a:cubicBezTo>
                  <a:pt x="247799" y="216098"/>
                  <a:pt x="251817" y="212080"/>
                  <a:pt x="251817" y="207169"/>
                </a:cubicBezTo>
                <a:cubicBezTo>
                  <a:pt x="251817" y="202257"/>
                  <a:pt x="247799" y="198239"/>
                  <a:pt x="242888" y="198239"/>
                </a:cubicBezTo>
                <a:lnTo>
                  <a:pt x="230386" y="198239"/>
                </a:lnTo>
                <a:lnTo>
                  <a:pt x="230386" y="187523"/>
                </a:lnTo>
                <a:lnTo>
                  <a:pt x="242888" y="187523"/>
                </a:lnTo>
                <a:cubicBezTo>
                  <a:pt x="247799" y="187523"/>
                  <a:pt x="251817" y="183505"/>
                  <a:pt x="251817" y="178594"/>
                </a:cubicBezTo>
                <a:cubicBezTo>
                  <a:pt x="251817" y="173682"/>
                  <a:pt x="247799" y="169664"/>
                  <a:pt x="242888" y="169664"/>
                </a:cubicBezTo>
                <a:lnTo>
                  <a:pt x="221456" y="169664"/>
                </a:lnTo>
                <a:cubicBezTo>
                  <a:pt x="216545" y="169664"/>
                  <a:pt x="212527" y="173682"/>
                  <a:pt x="212527" y="178594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3" name="Text 91"/>
          <p:cNvSpPr/>
          <p:nvPr/>
        </p:nvSpPr>
        <p:spPr>
          <a:xfrm>
            <a:off x="11470084" y="6593415"/>
            <a:ext cx="1016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PDF导出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1082734" y="6999815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高质量PDF转换与保存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0904934" y="7657570"/>
            <a:ext cx="4838700" cy="977900"/>
          </a:xfrm>
          <a:custGeom>
            <a:avLst/>
            <a:gdLst/>
            <a:ahLst/>
            <a:cxnLst/>
            <a:rect l="l" t="t" r="r" b="b"/>
            <a:pathLst>
              <a:path w="4838700" h="977900">
                <a:moveTo>
                  <a:pt x="50800" y="0"/>
                </a:moveTo>
                <a:lnTo>
                  <a:pt x="4737096" y="0"/>
                </a:lnTo>
                <a:cubicBezTo>
                  <a:pt x="4793210" y="0"/>
                  <a:pt x="4838700" y="45490"/>
                  <a:pt x="4838700" y="101604"/>
                </a:cubicBezTo>
                <a:lnTo>
                  <a:pt x="4838700" y="876296"/>
                </a:lnTo>
                <a:cubicBezTo>
                  <a:pt x="4838700" y="932410"/>
                  <a:pt x="4793210" y="977900"/>
                  <a:pt x="4737096" y="977900"/>
                </a:cubicBezTo>
                <a:lnTo>
                  <a:pt x="50800" y="977900"/>
                </a:lnTo>
                <a:cubicBezTo>
                  <a:pt x="22744" y="977900"/>
                  <a:pt x="0" y="955156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96" name="Shape 94"/>
          <p:cNvSpPr/>
          <p:nvPr/>
        </p:nvSpPr>
        <p:spPr>
          <a:xfrm>
            <a:off x="10904934" y="7657570"/>
            <a:ext cx="50800" cy="977900"/>
          </a:xfrm>
          <a:custGeom>
            <a:avLst/>
            <a:gdLst/>
            <a:ahLst/>
            <a:cxnLst/>
            <a:rect l="l" t="t" r="r" b="b"/>
            <a:pathLst>
              <a:path w="50800" h="977900">
                <a:moveTo>
                  <a:pt x="50800" y="0"/>
                </a:moveTo>
                <a:lnTo>
                  <a:pt x="50800" y="0"/>
                </a:lnTo>
                <a:lnTo>
                  <a:pt x="50800" y="977900"/>
                </a:lnTo>
                <a:lnTo>
                  <a:pt x="50800" y="977900"/>
                </a:lnTo>
                <a:cubicBezTo>
                  <a:pt x="22763" y="977900"/>
                  <a:pt x="0" y="955137"/>
                  <a:pt x="0" y="9271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7" name="Shape 95"/>
          <p:cNvSpPr/>
          <p:nvPr/>
        </p:nvSpPr>
        <p:spPr>
          <a:xfrm>
            <a:off x="11128772" y="787347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8" name="Text 96"/>
          <p:cNvSpPr/>
          <p:nvPr/>
        </p:nvSpPr>
        <p:spPr>
          <a:xfrm>
            <a:off x="11470084" y="780997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截图工具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1082734" y="8216370"/>
            <a:ext cx="459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内置屏幕截图功能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527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EXCEL DATA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Excel数据分析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536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基础操作 - 奠定数据处理基石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290233"/>
            <a:ext cx="7514167" cy="2650067"/>
          </a:xfrm>
          <a:custGeom>
            <a:avLst/>
            <a:gdLst/>
            <a:ahLst/>
            <a:cxnLst/>
            <a:rect l="l" t="t" r="r" b="b"/>
            <a:pathLst>
              <a:path w="7514167" h="2650067">
                <a:moveTo>
                  <a:pt x="101604" y="0"/>
                </a:moveTo>
                <a:lnTo>
                  <a:pt x="7412563" y="0"/>
                </a:lnTo>
                <a:cubicBezTo>
                  <a:pt x="7468677" y="0"/>
                  <a:pt x="7514167" y="45489"/>
                  <a:pt x="7514167" y="101604"/>
                </a:cubicBezTo>
                <a:lnTo>
                  <a:pt x="7514167" y="2548463"/>
                </a:lnTo>
                <a:cubicBezTo>
                  <a:pt x="7514167" y="2604577"/>
                  <a:pt x="7468677" y="2650067"/>
                  <a:pt x="7412563" y="2650067"/>
                </a:cubicBezTo>
                <a:lnTo>
                  <a:pt x="101604" y="2650067"/>
                </a:lnTo>
                <a:cubicBezTo>
                  <a:pt x="45489" y="2650067"/>
                  <a:pt x="0" y="2604577"/>
                  <a:pt x="0" y="2548463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667" y="24976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91117" y="265006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95250"/>
                </a:moveTo>
                <a:lnTo>
                  <a:pt x="152400" y="152400"/>
                </a:lnTo>
                <a:lnTo>
                  <a:pt x="228600" y="152400"/>
                </a:lnTo>
                <a:lnTo>
                  <a:pt x="228600" y="95250"/>
                </a:lnTo>
                <a:lnTo>
                  <a:pt x="152400" y="95250"/>
                </a:lnTo>
                <a:close/>
                <a:moveTo>
                  <a:pt x="114300" y="95250"/>
                </a:moveTo>
                <a:lnTo>
                  <a:pt x="38100" y="95250"/>
                </a:lnTo>
                <a:lnTo>
                  <a:pt x="38100" y="152400"/>
                </a:lnTo>
                <a:lnTo>
                  <a:pt x="114300" y="152400"/>
                </a:lnTo>
                <a:lnTo>
                  <a:pt x="114300" y="95250"/>
                </a:lnTo>
                <a:close/>
                <a:moveTo>
                  <a:pt x="0" y="190500"/>
                </a:move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190500"/>
                </a:lnTo>
                <a:close/>
                <a:moveTo>
                  <a:pt x="228600" y="190500"/>
                </a:moveTo>
                <a:lnTo>
                  <a:pt x="152400" y="19050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190500"/>
                </a:lnTo>
                <a:close/>
                <a:moveTo>
                  <a:pt x="114300" y="247650"/>
                </a:moveTo>
                <a:lnTo>
                  <a:pt x="114300" y="190500"/>
                </a:lnTo>
                <a:lnTo>
                  <a:pt x="38100" y="190500"/>
                </a:lnTo>
                <a:lnTo>
                  <a:pt x="38100" y="247650"/>
                </a:lnTo>
                <a:lnTo>
                  <a:pt x="114300" y="247650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481667" y="2599265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工作表基本操作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3259665"/>
            <a:ext cx="720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掌握单元格、行、列及工作表管理,建立高效数据录入基础。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6179" y="37676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2" name="Text 10"/>
          <p:cNvSpPr/>
          <p:nvPr/>
        </p:nvSpPr>
        <p:spPr>
          <a:xfrm>
            <a:off x="1043517" y="3716865"/>
            <a:ext cx="387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单元格操作: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录入、选择、合并、自动填充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6179" y="41232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4" name="Text 12"/>
          <p:cNvSpPr/>
          <p:nvPr/>
        </p:nvSpPr>
        <p:spPr>
          <a:xfrm>
            <a:off x="1043517" y="4072465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行列管理: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插入、删除、调整、隐藏行列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6179" y="44788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6" name="Text 14"/>
          <p:cNvSpPr/>
          <p:nvPr/>
        </p:nvSpPr>
        <p:spPr>
          <a:xfrm>
            <a:off x="1043517" y="4428065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工作表管理: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新建、重命名、移动、复制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33833" y="2290233"/>
            <a:ext cx="7514167" cy="2650067"/>
          </a:xfrm>
          <a:custGeom>
            <a:avLst/>
            <a:gdLst/>
            <a:ahLst/>
            <a:cxnLst/>
            <a:rect l="l" t="t" r="r" b="b"/>
            <a:pathLst>
              <a:path w="7514167" h="2650067">
                <a:moveTo>
                  <a:pt x="101604" y="0"/>
                </a:moveTo>
                <a:lnTo>
                  <a:pt x="7412563" y="0"/>
                </a:lnTo>
                <a:cubicBezTo>
                  <a:pt x="7468677" y="0"/>
                  <a:pt x="7514167" y="45489"/>
                  <a:pt x="7514167" y="101604"/>
                </a:cubicBezTo>
                <a:lnTo>
                  <a:pt x="7514167" y="2548463"/>
                </a:lnTo>
                <a:cubicBezTo>
                  <a:pt x="7514167" y="2604577"/>
                  <a:pt x="7468677" y="2650067"/>
                  <a:pt x="7412563" y="2650067"/>
                </a:cubicBezTo>
                <a:lnTo>
                  <a:pt x="101604" y="2650067"/>
                </a:lnTo>
                <a:cubicBezTo>
                  <a:pt x="45489" y="2650067"/>
                  <a:pt x="0" y="2604577"/>
                  <a:pt x="0" y="2548463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41267" y="24976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593667" y="26500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724" y="30182"/>
                </a:moveTo>
                <a:cubicBezTo>
                  <a:pt x="166628" y="23396"/>
                  <a:pt x="159841" y="19050"/>
                  <a:pt x="152400" y="19050"/>
                </a:cubicBezTo>
                <a:cubicBezTo>
                  <a:pt x="144959" y="19050"/>
                  <a:pt x="138172" y="23396"/>
                  <a:pt x="135076" y="30182"/>
                </a:cubicBezTo>
                <a:lnTo>
                  <a:pt x="35421" y="247650"/>
                </a:lnTo>
                <a:lnTo>
                  <a:pt x="28575" y="247650"/>
                </a:lnTo>
                <a:cubicBezTo>
                  <a:pt x="18038" y="247650"/>
                  <a:pt x="9525" y="256163"/>
                  <a:pt x="9525" y="266700"/>
                </a:cubicBezTo>
                <a:cubicBezTo>
                  <a:pt x="9525" y="277237"/>
                  <a:pt x="18038" y="285750"/>
                  <a:pt x="28575" y="285750"/>
                </a:cubicBezTo>
                <a:lnTo>
                  <a:pt x="80962" y="285750"/>
                </a:lnTo>
                <a:cubicBezTo>
                  <a:pt x="91500" y="285750"/>
                  <a:pt x="100013" y="277237"/>
                  <a:pt x="100013" y="266700"/>
                </a:cubicBezTo>
                <a:cubicBezTo>
                  <a:pt x="100013" y="256163"/>
                  <a:pt x="91500" y="247650"/>
                  <a:pt x="80962" y="247650"/>
                </a:cubicBezTo>
                <a:lnTo>
                  <a:pt x="77331" y="247650"/>
                </a:lnTo>
                <a:lnTo>
                  <a:pt x="90428" y="219075"/>
                </a:lnTo>
                <a:lnTo>
                  <a:pt x="214432" y="219075"/>
                </a:lnTo>
                <a:lnTo>
                  <a:pt x="227528" y="247650"/>
                </a:lnTo>
                <a:lnTo>
                  <a:pt x="223897" y="247650"/>
                </a:lnTo>
                <a:cubicBezTo>
                  <a:pt x="213360" y="247650"/>
                  <a:pt x="204847" y="256163"/>
                  <a:pt x="204847" y="266700"/>
                </a:cubicBezTo>
                <a:cubicBezTo>
                  <a:pt x="204847" y="277237"/>
                  <a:pt x="213360" y="285750"/>
                  <a:pt x="223897" y="285750"/>
                </a:cubicBezTo>
                <a:lnTo>
                  <a:pt x="276285" y="285750"/>
                </a:lnTo>
                <a:cubicBezTo>
                  <a:pt x="286822" y="285750"/>
                  <a:pt x="295335" y="277237"/>
                  <a:pt x="295335" y="266700"/>
                </a:cubicBezTo>
                <a:cubicBezTo>
                  <a:pt x="295335" y="256163"/>
                  <a:pt x="286822" y="247650"/>
                  <a:pt x="276285" y="247650"/>
                </a:cubicBezTo>
                <a:lnTo>
                  <a:pt x="269438" y="247650"/>
                </a:lnTo>
                <a:lnTo>
                  <a:pt x="169783" y="30182"/>
                </a:lnTo>
                <a:close/>
                <a:moveTo>
                  <a:pt x="196929" y="180975"/>
                </a:moveTo>
                <a:lnTo>
                  <a:pt x="107871" y="180975"/>
                </a:lnTo>
                <a:lnTo>
                  <a:pt x="152400" y="83820"/>
                </a:lnTo>
                <a:lnTo>
                  <a:pt x="196929" y="180975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20" name="Text 18"/>
          <p:cNvSpPr/>
          <p:nvPr/>
        </p:nvSpPr>
        <p:spPr>
          <a:xfrm>
            <a:off x="9203267" y="2599265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单元格格式设置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41267" y="3259665"/>
            <a:ext cx="7200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美化数据外观,设置数字、日期、货币等格式,提升可读性。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77779" y="37676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3" name="Text 21"/>
          <p:cNvSpPr/>
          <p:nvPr/>
        </p:nvSpPr>
        <p:spPr>
          <a:xfrm>
            <a:off x="8765117" y="3716865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数字格式: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数值、货币、百分比、分数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77779" y="41232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5" name="Text 23"/>
          <p:cNvSpPr/>
          <p:nvPr/>
        </p:nvSpPr>
        <p:spPr>
          <a:xfrm>
            <a:off x="8765117" y="4072465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日期时间: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短日期、长日期、自定义格式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77779" y="44788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7" name="Text 25"/>
          <p:cNvSpPr/>
          <p:nvPr/>
        </p:nvSpPr>
        <p:spPr>
          <a:xfrm>
            <a:off x="8765117" y="4428065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对齐方式: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水平、垂直、自动换行、合并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233" y="5101169"/>
            <a:ext cx="3691467" cy="2142067"/>
          </a:xfrm>
          <a:custGeom>
            <a:avLst/>
            <a:gdLst/>
            <a:ahLst/>
            <a:cxnLst/>
            <a:rect l="l" t="t" r="r" b="b"/>
            <a:pathLst>
              <a:path w="3691467" h="2142067">
                <a:moveTo>
                  <a:pt x="101598" y="0"/>
                </a:moveTo>
                <a:lnTo>
                  <a:pt x="3589868" y="0"/>
                </a:lnTo>
                <a:cubicBezTo>
                  <a:pt x="3645980" y="0"/>
                  <a:pt x="3691467" y="45487"/>
                  <a:pt x="3691467" y="101598"/>
                </a:cubicBezTo>
                <a:lnTo>
                  <a:pt x="3691467" y="2040468"/>
                </a:lnTo>
                <a:cubicBezTo>
                  <a:pt x="3691467" y="2096580"/>
                  <a:pt x="3645980" y="2142067"/>
                  <a:pt x="35898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8867" y="525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27617" y="5384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191" y="101302"/>
                </a:moveTo>
                <a:cubicBezTo>
                  <a:pt x="3671" y="107255"/>
                  <a:pt x="9426" y="111125"/>
                  <a:pt x="15875" y="111125"/>
                </a:cubicBezTo>
                <a:lnTo>
                  <a:pt x="174625" y="111125"/>
                </a:lnTo>
                <a:cubicBezTo>
                  <a:pt x="181025" y="111125"/>
                  <a:pt x="186829" y="107255"/>
                  <a:pt x="189309" y="101302"/>
                </a:cubicBezTo>
                <a:cubicBezTo>
                  <a:pt x="191790" y="95349"/>
                  <a:pt x="190401" y="88553"/>
                  <a:pt x="185886" y="83989"/>
                </a:cubicBezTo>
                <a:lnTo>
                  <a:pt x="106511" y="4614"/>
                </a:lnTo>
                <a:cubicBezTo>
                  <a:pt x="100310" y="-1588"/>
                  <a:pt x="90239" y="-1588"/>
                  <a:pt x="84038" y="4614"/>
                </a:cubicBezTo>
                <a:lnTo>
                  <a:pt x="4663" y="83989"/>
                </a:lnTo>
                <a:cubicBezTo>
                  <a:pt x="99" y="88553"/>
                  <a:pt x="-1240" y="95349"/>
                  <a:pt x="1240" y="101302"/>
                </a:cubicBezTo>
                <a:close/>
                <a:moveTo>
                  <a:pt x="1191" y="152648"/>
                </a:moveTo>
                <a:cubicBezTo>
                  <a:pt x="-1290" y="158601"/>
                  <a:pt x="99" y="165398"/>
                  <a:pt x="4614" y="169962"/>
                </a:cubicBezTo>
                <a:lnTo>
                  <a:pt x="83989" y="249337"/>
                </a:lnTo>
                <a:cubicBezTo>
                  <a:pt x="90190" y="255538"/>
                  <a:pt x="100261" y="255538"/>
                  <a:pt x="106462" y="249337"/>
                </a:cubicBezTo>
                <a:lnTo>
                  <a:pt x="185837" y="169962"/>
                </a:lnTo>
                <a:cubicBezTo>
                  <a:pt x="190401" y="165398"/>
                  <a:pt x="191740" y="158601"/>
                  <a:pt x="189260" y="152648"/>
                </a:cubicBezTo>
                <a:cubicBezTo>
                  <a:pt x="186779" y="146695"/>
                  <a:pt x="181025" y="142875"/>
                  <a:pt x="174625" y="142875"/>
                </a:cubicBezTo>
                <a:lnTo>
                  <a:pt x="15875" y="142875"/>
                </a:lnTo>
                <a:cubicBezTo>
                  <a:pt x="9475" y="142875"/>
                  <a:pt x="3671" y="146745"/>
                  <a:pt x="1191" y="152698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1" name="Text 29"/>
          <p:cNvSpPr/>
          <p:nvPr/>
        </p:nvSpPr>
        <p:spPr>
          <a:xfrm>
            <a:off x="1278467" y="5334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数据排序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867" y="5867400"/>
            <a:ext cx="3479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按数值、颜色、自定义序列排序,快速整理数据。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5379" y="6565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4" name="Text 32"/>
          <p:cNvSpPr/>
          <p:nvPr/>
        </p:nvSpPr>
        <p:spPr>
          <a:xfrm>
            <a:off x="992717" y="6527800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升序/降序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5379" y="6870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6" name="Text 34"/>
          <p:cNvSpPr/>
          <p:nvPr/>
        </p:nvSpPr>
        <p:spPr>
          <a:xfrm>
            <a:off x="992717" y="6832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多级排序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60333" y="5101169"/>
            <a:ext cx="3691467" cy="2142067"/>
          </a:xfrm>
          <a:custGeom>
            <a:avLst/>
            <a:gdLst/>
            <a:ahLst/>
            <a:cxnLst/>
            <a:rect l="l" t="t" r="r" b="b"/>
            <a:pathLst>
              <a:path w="3691467" h="2142067">
                <a:moveTo>
                  <a:pt x="101598" y="0"/>
                </a:moveTo>
                <a:lnTo>
                  <a:pt x="3589868" y="0"/>
                </a:lnTo>
                <a:cubicBezTo>
                  <a:pt x="3645980" y="0"/>
                  <a:pt x="3691467" y="45487"/>
                  <a:pt x="3691467" y="101598"/>
                </a:cubicBezTo>
                <a:lnTo>
                  <a:pt x="3691467" y="2040468"/>
                </a:lnTo>
                <a:cubicBezTo>
                  <a:pt x="3691467" y="2096580"/>
                  <a:pt x="3645980" y="2142067"/>
                  <a:pt x="35898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16967" y="525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643967" y="538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9475" y="31750"/>
                  <a:pt x="3671" y="35620"/>
                  <a:pt x="1191" y="41573"/>
                </a:cubicBezTo>
                <a:cubicBezTo>
                  <a:pt x="-1290" y="47526"/>
                  <a:pt x="99" y="54322"/>
                  <a:pt x="4663" y="58837"/>
                </a:cubicBezTo>
                <a:lnTo>
                  <a:pt x="95250" y="149473"/>
                </a:lnTo>
                <a:lnTo>
                  <a:pt x="95250" y="206375"/>
                </a:lnTo>
                <a:cubicBezTo>
                  <a:pt x="95250" y="210592"/>
                  <a:pt x="96937" y="214610"/>
                  <a:pt x="99913" y="217587"/>
                </a:cubicBezTo>
                <a:lnTo>
                  <a:pt x="131663" y="249337"/>
                </a:lnTo>
                <a:cubicBezTo>
                  <a:pt x="136227" y="253901"/>
                  <a:pt x="143024" y="255240"/>
                  <a:pt x="148977" y="252760"/>
                </a:cubicBezTo>
                <a:cubicBezTo>
                  <a:pt x="154930" y="250279"/>
                  <a:pt x="158750" y="244525"/>
                  <a:pt x="158750" y="238125"/>
                </a:cubicBezTo>
                <a:lnTo>
                  <a:pt x="158750" y="149473"/>
                </a:lnTo>
                <a:lnTo>
                  <a:pt x="249337" y="58886"/>
                </a:lnTo>
                <a:cubicBezTo>
                  <a:pt x="253901" y="54322"/>
                  <a:pt x="255240" y="47526"/>
                  <a:pt x="252760" y="41573"/>
                </a:cubicBezTo>
                <a:cubicBezTo>
                  <a:pt x="250279" y="35620"/>
                  <a:pt x="244525" y="31750"/>
                  <a:pt x="238125" y="31750"/>
                </a:cubicBezTo>
                <a:lnTo>
                  <a:pt x="15875" y="31750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40" name="Text 38"/>
          <p:cNvSpPr/>
          <p:nvPr/>
        </p:nvSpPr>
        <p:spPr>
          <a:xfrm>
            <a:off x="5126567" y="5334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数据筛选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16967" y="5867400"/>
            <a:ext cx="3479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按条件显示数据,支持文本、数值、日期筛选。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53479" y="6565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3" name="Text 41"/>
          <p:cNvSpPr/>
          <p:nvPr/>
        </p:nvSpPr>
        <p:spPr>
          <a:xfrm>
            <a:off x="4840817" y="65278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自动筛选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553479" y="6870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5" name="Text 43"/>
          <p:cNvSpPr/>
          <p:nvPr/>
        </p:nvSpPr>
        <p:spPr>
          <a:xfrm>
            <a:off x="4840817" y="6832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高级筛选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08433" y="5101169"/>
            <a:ext cx="3691467" cy="2142067"/>
          </a:xfrm>
          <a:custGeom>
            <a:avLst/>
            <a:gdLst/>
            <a:ahLst/>
            <a:cxnLst/>
            <a:rect l="l" t="t" r="r" b="b"/>
            <a:pathLst>
              <a:path w="3691467" h="2142067">
                <a:moveTo>
                  <a:pt x="101598" y="0"/>
                </a:moveTo>
                <a:lnTo>
                  <a:pt x="3589868" y="0"/>
                </a:lnTo>
                <a:cubicBezTo>
                  <a:pt x="3645980" y="0"/>
                  <a:pt x="3691467" y="45487"/>
                  <a:pt x="3691467" y="101598"/>
                </a:cubicBezTo>
                <a:lnTo>
                  <a:pt x="3691467" y="2040468"/>
                </a:lnTo>
                <a:cubicBezTo>
                  <a:pt x="3691467" y="2096580"/>
                  <a:pt x="3645980" y="2142067"/>
                  <a:pt x="35898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5067" y="525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523817" y="5384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49" name="Text 47"/>
          <p:cNvSpPr/>
          <p:nvPr/>
        </p:nvSpPr>
        <p:spPr>
          <a:xfrm>
            <a:off x="8974667" y="5334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基础函数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65067" y="5867400"/>
            <a:ext cx="3479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掌握SUM、AVERAGE等常用函数,实现自动计算。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401579" y="6565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2" name="Text 50"/>
          <p:cNvSpPr/>
          <p:nvPr/>
        </p:nvSpPr>
        <p:spPr>
          <a:xfrm>
            <a:off x="8688917" y="6527800"/>
            <a:ext cx="825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SUM求和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01579" y="6870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4" name="Text 52"/>
          <p:cNvSpPr/>
          <p:nvPr/>
        </p:nvSpPr>
        <p:spPr>
          <a:xfrm>
            <a:off x="8688917" y="6832600"/>
            <a:ext cx="142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AVERAGE平均值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2056533" y="5101169"/>
            <a:ext cx="3691467" cy="2142067"/>
          </a:xfrm>
          <a:custGeom>
            <a:avLst/>
            <a:gdLst/>
            <a:ahLst/>
            <a:cxnLst/>
            <a:rect l="l" t="t" r="r" b="b"/>
            <a:pathLst>
              <a:path w="3691467" h="2142067">
                <a:moveTo>
                  <a:pt x="101598" y="0"/>
                </a:moveTo>
                <a:lnTo>
                  <a:pt x="3589868" y="0"/>
                </a:lnTo>
                <a:cubicBezTo>
                  <a:pt x="3645980" y="0"/>
                  <a:pt x="3691467" y="45487"/>
                  <a:pt x="3691467" y="101598"/>
                </a:cubicBezTo>
                <a:lnTo>
                  <a:pt x="3691467" y="2040468"/>
                </a:lnTo>
                <a:cubicBezTo>
                  <a:pt x="3691467" y="2096580"/>
                  <a:pt x="3645980" y="2142067"/>
                  <a:pt x="35898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213167" y="5257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12340167" y="538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58" name="Text 56"/>
          <p:cNvSpPr/>
          <p:nvPr/>
        </p:nvSpPr>
        <p:spPr>
          <a:xfrm>
            <a:off x="12822767" y="5334000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图表制作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2213167" y="5867400"/>
            <a:ext cx="3479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快速创建柱状图、折线图等,可视化数据。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249679" y="6565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1" name="Text 59"/>
          <p:cNvSpPr/>
          <p:nvPr/>
        </p:nvSpPr>
        <p:spPr>
          <a:xfrm>
            <a:off x="12537017" y="65278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插入图表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249679" y="6870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3" name="Text 61"/>
          <p:cNvSpPr/>
          <p:nvPr/>
        </p:nvSpPr>
        <p:spPr>
          <a:xfrm>
            <a:off x="12537017" y="6832600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图表样式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12233" y="7404098"/>
            <a:ext cx="2916767" cy="1634067"/>
          </a:xfrm>
          <a:custGeom>
            <a:avLst/>
            <a:gdLst/>
            <a:ahLst/>
            <a:cxnLst/>
            <a:rect l="l" t="t" r="r" b="b"/>
            <a:pathLst>
              <a:path w="2916767" h="1634067">
                <a:moveTo>
                  <a:pt x="101606" y="0"/>
                </a:moveTo>
                <a:lnTo>
                  <a:pt x="2815160" y="0"/>
                </a:lnTo>
                <a:cubicBezTo>
                  <a:pt x="2871276" y="0"/>
                  <a:pt x="2916767" y="45491"/>
                  <a:pt x="2916767" y="101606"/>
                </a:cubicBezTo>
                <a:lnTo>
                  <a:pt x="2916767" y="1532460"/>
                </a:lnTo>
                <a:cubicBezTo>
                  <a:pt x="2916767" y="1588576"/>
                  <a:pt x="2871276" y="1634067"/>
                  <a:pt x="2815160" y="1634067"/>
                </a:cubicBezTo>
                <a:lnTo>
                  <a:pt x="101606" y="1634067"/>
                </a:lnTo>
                <a:cubicBezTo>
                  <a:pt x="45491" y="1634067"/>
                  <a:pt x="0" y="1588576"/>
                  <a:pt x="0" y="1532460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  <a:ln w="8467">
            <a:solidFill>
              <a:srgbClr val="4A76A8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66214" y="75607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1837664" y="771313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7" name="Text 65"/>
          <p:cNvSpPr/>
          <p:nvPr/>
        </p:nvSpPr>
        <p:spPr>
          <a:xfrm>
            <a:off x="618067" y="8271935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数据录入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4417" y="8627535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快速填充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590661" y="7404098"/>
            <a:ext cx="2916767" cy="1634067"/>
          </a:xfrm>
          <a:custGeom>
            <a:avLst/>
            <a:gdLst/>
            <a:ahLst/>
            <a:cxnLst/>
            <a:rect l="l" t="t" r="r" b="b"/>
            <a:pathLst>
              <a:path w="2916767" h="1634067">
                <a:moveTo>
                  <a:pt x="101606" y="0"/>
                </a:moveTo>
                <a:lnTo>
                  <a:pt x="2815160" y="0"/>
                </a:lnTo>
                <a:cubicBezTo>
                  <a:pt x="2871276" y="0"/>
                  <a:pt x="2916767" y="45491"/>
                  <a:pt x="2916767" y="101606"/>
                </a:cubicBezTo>
                <a:lnTo>
                  <a:pt x="2916767" y="1532460"/>
                </a:lnTo>
                <a:cubicBezTo>
                  <a:pt x="2916767" y="1588576"/>
                  <a:pt x="2871276" y="1634067"/>
                  <a:pt x="2815160" y="1634067"/>
                </a:cubicBezTo>
                <a:lnTo>
                  <a:pt x="101606" y="1634067"/>
                </a:lnTo>
                <a:cubicBezTo>
                  <a:pt x="45491" y="1634067"/>
                  <a:pt x="0" y="1588576"/>
                  <a:pt x="0" y="1532460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  <a:ln w="8467">
            <a:solidFill>
              <a:srgbClr val="3E8A6D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44641" y="75607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4916091" y="771313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14300" y="0"/>
                </a:moveTo>
                <a:cubicBezTo>
                  <a:pt x="93285" y="0"/>
                  <a:pt x="76200" y="17085"/>
                  <a:pt x="76200" y="38100"/>
                </a:cubicBezTo>
                <a:lnTo>
                  <a:pt x="76200" y="190500"/>
                </a:lnTo>
                <a:cubicBezTo>
                  <a:pt x="76200" y="211515"/>
                  <a:pt x="93285" y="228600"/>
                  <a:pt x="114300" y="228600"/>
                </a:cubicBezTo>
                <a:lnTo>
                  <a:pt x="228600" y="228600"/>
                </a:lnTo>
                <a:cubicBezTo>
                  <a:pt x="249615" y="228600"/>
                  <a:pt x="266700" y="211515"/>
                  <a:pt x="266700" y="190500"/>
                </a:cubicBezTo>
                <a:lnTo>
                  <a:pt x="266700" y="71080"/>
                </a:lnTo>
                <a:cubicBezTo>
                  <a:pt x="266700" y="60722"/>
                  <a:pt x="262473" y="50780"/>
                  <a:pt x="254972" y="43577"/>
                </a:cubicBezTo>
                <a:lnTo>
                  <a:pt x="220623" y="10597"/>
                </a:lnTo>
                <a:cubicBezTo>
                  <a:pt x="213539" y="3810"/>
                  <a:pt x="204073" y="0"/>
                  <a:pt x="194250" y="0"/>
                </a:cubicBezTo>
                <a:lnTo>
                  <a:pt x="114300" y="0"/>
                </a:lnTo>
                <a:close/>
                <a:moveTo>
                  <a:pt x="38100" y="76200"/>
                </a:moveTo>
                <a:cubicBezTo>
                  <a:pt x="17085" y="76200"/>
                  <a:pt x="0" y="93285"/>
                  <a:pt x="0" y="1143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52400" y="304800"/>
                </a:lnTo>
                <a:cubicBezTo>
                  <a:pt x="173415" y="304800"/>
                  <a:pt x="190500" y="287715"/>
                  <a:pt x="190500" y="266700"/>
                </a:cubicBezTo>
                <a:lnTo>
                  <a:pt x="190500" y="257175"/>
                </a:lnTo>
                <a:lnTo>
                  <a:pt x="152400" y="257175"/>
                </a:lnTo>
                <a:lnTo>
                  <a:pt x="152400" y="266700"/>
                </a:lnTo>
                <a:lnTo>
                  <a:pt x="38100" y="266700"/>
                </a:lnTo>
                <a:lnTo>
                  <a:pt x="38100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38100" y="76200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72" name="Text 70"/>
          <p:cNvSpPr/>
          <p:nvPr/>
        </p:nvSpPr>
        <p:spPr>
          <a:xfrm>
            <a:off x="3696494" y="8271935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格式复制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3702844" y="8627535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格式刷工具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669088" y="7404098"/>
            <a:ext cx="2916767" cy="1634067"/>
          </a:xfrm>
          <a:custGeom>
            <a:avLst/>
            <a:gdLst/>
            <a:ahLst/>
            <a:cxnLst/>
            <a:rect l="l" t="t" r="r" b="b"/>
            <a:pathLst>
              <a:path w="2916767" h="1634067">
                <a:moveTo>
                  <a:pt x="101606" y="0"/>
                </a:moveTo>
                <a:lnTo>
                  <a:pt x="2815160" y="0"/>
                </a:lnTo>
                <a:cubicBezTo>
                  <a:pt x="2871276" y="0"/>
                  <a:pt x="2916767" y="45491"/>
                  <a:pt x="2916767" y="101606"/>
                </a:cubicBezTo>
                <a:lnTo>
                  <a:pt x="2916767" y="1532460"/>
                </a:lnTo>
                <a:cubicBezTo>
                  <a:pt x="2916767" y="1588576"/>
                  <a:pt x="2871276" y="1634067"/>
                  <a:pt x="2815160" y="1634067"/>
                </a:cubicBezTo>
                <a:lnTo>
                  <a:pt x="101606" y="1634067"/>
                </a:lnTo>
                <a:cubicBezTo>
                  <a:pt x="45491" y="1634067"/>
                  <a:pt x="0" y="1588576"/>
                  <a:pt x="0" y="1532460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  <a:ln w="8467">
            <a:solidFill>
              <a:srgbClr val="C98543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823068" y="75607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8013568" y="771313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7" name="Text 75"/>
          <p:cNvSpPr/>
          <p:nvPr/>
        </p:nvSpPr>
        <p:spPr>
          <a:xfrm>
            <a:off x="6774921" y="8271935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单元格保护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781271" y="8627535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锁定数据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747647" y="7404098"/>
            <a:ext cx="2916767" cy="1634067"/>
          </a:xfrm>
          <a:custGeom>
            <a:avLst/>
            <a:gdLst/>
            <a:ahLst/>
            <a:cxnLst/>
            <a:rect l="l" t="t" r="r" b="b"/>
            <a:pathLst>
              <a:path w="2916767" h="1634067">
                <a:moveTo>
                  <a:pt x="101606" y="0"/>
                </a:moveTo>
                <a:lnTo>
                  <a:pt x="2815160" y="0"/>
                </a:lnTo>
                <a:cubicBezTo>
                  <a:pt x="2871276" y="0"/>
                  <a:pt x="2916767" y="45491"/>
                  <a:pt x="2916767" y="101606"/>
                </a:cubicBezTo>
                <a:lnTo>
                  <a:pt x="2916767" y="1532460"/>
                </a:lnTo>
                <a:cubicBezTo>
                  <a:pt x="2916767" y="1588576"/>
                  <a:pt x="2871276" y="1634067"/>
                  <a:pt x="2815160" y="1634067"/>
                </a:cubicBezTo>
                <a:lnTo>
                  <a:pt x="101606" y="1634067"/>
                </a:lnTo>
                <a:cubicBezTo>
                  <a:pt x="45491" y="1634067"/>
                  <a:pt x="0" y="1588576"/>
                  <a:pt x="0" y="1532460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  <a:ln w="8467">
            <a:solidFill>
              <a:srgbClr val="4A76A8">
                <a:alpha val="2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901628" y="75607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11034978" y="771313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82" name="Text 80"/>
          <p:cNvSpPr/>
          <p:nvPr/>
        </p:nvSpPr>
        <p:spPr>
          <a:xfrm>
            <a:off x="9853481" y="8271935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冻结窗格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859831" y="8627535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固定标题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2826074" y="7404098"/>
            <a:ext cx="2916767" cy="1634067"/>
          </a:xfrm>
          <a:custGeom>
            <a:avLst/>
            <a:gdLst/>
            <a:ahLst/>
            <a:cxnLst/>
            <a:rect l="l" t="t" r="r" b="b"/>
            <a:pathLst>
              <a:path w="2916767" h="1634067">
                <a:moveTo>
                  <a:pt x="101606" y="0"/>
                </a:moveTo>
                <a:lnTo>
                  <a:pt x="2815160" y="0"/>
                </a:lnTo>
                <a:cubicBezTo>
                  <a:pt x="2871276" y="0"/>
                  <a:pt x="2916767" y="45491"/>
                  <a:pt x="2916767" y="101606"/>
                </a:cubicBezTo>
                <a:lnTo>
                  <a:pt x="2916767" y="1532460"/>
                </a:lnTo>
                <a:cubicBezTo>
                  <a:pt x="2916767" y="1588576"/>
                  <a:pt x="2871276" y="1634067"/>
                  <a:pt x="2815160" y="1634067"/>
                </a:cubicBezTo>
                <a:lnTo>
                  <a:pt x="101606" y="1634067"/>
                </a:lnTo>
                <a:cubicBezTo>
                  <a:pt x="45491" y="1634067"/>
                  <a:pt x="0" y="1588576"/>
                  <a:pt x="0" y="1532460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  <a:ln w="8467">
            <a:solidFill>
              <a:srgbClr val="3E8A6D">
                <a:alpha val="2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980055" y="756073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14132455" y="77131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17085"/>
                  <a:pt x="55185" y="0"/>
                  <a:pt x="76200" y="0"/>
                </a:cubicBezTo>
                <a:lnTo>
                  <a:pt x="203299" y="0"/>
                </a:lnTo>
                <a:cubicBezTo>
                  <a:pt x="213420" y="0"/>
                  <a:pt x="223123" y="3989"/>
                  <a:pt x="230267" y="11132"/>
                </a:cubicBezTo>
                <a:lnTo>
                  <a:pt x="255568" y="36433"/>
                </a:lnTo>
                <a:cubicBezTo>
                  <a:pt x="262711" y="43577"/>
                  <a:pt x="266700" y="53280"/>
                  <a:pt x="266700" y="63401"/>
                </a:cubicBezTo>
                <a:lnTo>
                  <a:pt x="266700" y="85725"/>
                </a:lnTo>
                <a:lnTo>
                  <a:pt x="38100" y="85725"/>
                </a:lnTo>
                <a:lnTo>
                  <a:pt x="38100" y="38100"/>
                </a:lnTo>
                <a:close/>
                <a:moveTo>
                  <a:pt x="0" y="152400"/>
                </a:moveTo>
                <a:cubicBezTo>
                  <a:pt x="0" y="131385"/>
                  <a:pt x="17085" y="114300"/>
                  <a:pt x="38100" y="114300"/>
                </a:cubicBezTo>
                <a:lnTo>
                  <a:pt x="266700" y="114300"/>
                </a:lnTo>
                <a:cubicBezTo>
                  <a:pt x="287715" y="114300"/>
                  <a:pt x="304800" y="131385"/>
                  <a:pt x="304800" y="152400"/>
                </a:cubicBezTo>
                <a:lnTo>
                  <a:pt x="304800" y="209550"/>
                </a:lnTo>
                <a:cubicBezTo>
                  <a:pt x="304800" y="220087"/>
                  <a:pt x="296287" y="228600"/>
                  <a:pt x="285750" y="228600"/>
                </a:cubicBezTo>
                <a:lnTo>
                  <a:pt x="266700" y="228600"/>
                </a:lnTo>
                <a:lnTo>
                  <a:pt x="266700" y="266700"/>
                </a:lnTo>
                <a:cubicBezTo>
                  <a:pt x="266700" y="287715"/>
                  <a:pt x="249615" y="304800"/>
                  <a:pt x="228600" y="304800"/>
                </a:cubicBezTo>
                <a:lnTo>
                  <a:pt x="76200" y="304800"/>
                </a:lnTo>
                <a:cubicBezTo>
                  <a:pt x="55185" y="304800"/>
                  <a:pt x="38100" y="287715"/>
                  <a:pt x="38100" y="266700"/>
                </a:cubicBezTo>
                <a:lnTo>
                  <a:pt x="38100" y="228600"/>
                </a:lnTo>
                <a:lnTo>
                  <a:pt x="19050" y="228600"/>
                </a:lnTo>
                <a:cubicBezTo>
                  <a:pt x="8513" y="228600"/>
                  <a:pt x="0" y="220087"/>
                  <a:pt x="0" y="209550"/>
                </a:cubicBezTo>
                <a:lnTo>
                  <a:pt x="0" y="152400"/>
                </a:lnTo>
                <a:close/>
                <a:moveTo>
                  <a:pt x="76200" y="247650"/>
                </a:moveTo>
                <a:lnTo>
                  <a:pt x="76200" y="266700"/>
                </a:lnTo>
                <a:lnTo>
                  <a:pt x="228600" y="266700"/>
                </a:lnTo>
                <a:lnTo>
                  <a:pt x="228600" y="209550"/>
                </a:lnTo>
                <a:lnTo>
                  <a:pt x="76200" y="209550"/>
                </a:lnTo>
                <a:lnTo>
                  <a:pt x="76200" y="247650"/>
                </a:lnTo>
                <a:close/>
                <a:moveTo>
                  <a:pt x="271463" y="161925"/>
                </a:moveTo>
                <a:cubicBezTo>
                  <a:pt x="271463" y="154040"/>
                  <a:pt x="265060" y="147638"/>
                  <a:pt x="257175" y="147638"/>
                </a:cubicBezTo>
                <a:cubicBezTo>
                  <a:pt x="249290" y="147638"/>
                  <a:pt x="242888" y="154040"/>
                  <a:pt x="242888" y="161925"/>
                </a:cubicBezTo>
                <a:cubicBezTo>
                  <a:pt x="242888" y="169810"/>
                  <a:pt x="249290" y="176212"/>
                  <a:pt x="257175" y="176212"/>
                </a:cubicBezTo>
                <a:cubicBezTo>
                  <a:pt x="265060" y="176212"/>
                  <a:pt x="271463" y="169810"/>
                  <a:pt x="271463" y="16192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7" name="Text 85"/>
          <p:cNvSpPr/>
          <p:nvPr/>
        </p:nvSpPr>
        <p:spPr>
          <a:xfrm>
            <a:off x="12931908" y="8271935"/>
            <a:ext cx="2705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打印设置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2938258" y="8627535"/>
            <a:ext cx="2692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页面布局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60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ADVANCED FUNCTIONS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127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进阶功能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109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高级数据分析与可视化呈现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341033"/>
            <a:ext cx="5380567" cy="3678767"/>
          </a:xfrm>
          <a:custGeom>
            <a:avLst/>
            <a:gdLst/>
            <a:ahLst/>
            <a:cxnLst/>
            <a:rect l="l" t="t" r="r" b="b"/>
            <a:pathLst>
              <a:path w="5380567" h="3678767">
                <a:moveTo>
                  <a:pt x="101608" y="0"/>
                </a:moveTo>
                <a:lnTo>
                  <a:pt x="5278959" y="0"/>
                </a:lnTo>
                <a:cubicBezTo>
                  <a:pt x="5335075" y="0"/>
                  <a:pt x="5380567" y="45491"/>
                  <a:pt x="5380567" y="101608"/>
                </a:cubicBezTo>
                <a:lnTo>
                  <a:pt x="5380567" y="3577159"/>
                </a:lnTo>
                <a:cubicBezTo>
                  <a:pt x="5380567" y="3633275"/>
                  <a:pt x="5335075" y="3678767"/>
                  <a:pt x="5278959" y="3678767"/>
                </a:cubicBezTo>
                <a:lnTo>
                  <a:pt x="101608" y="3678767"/>
                </a:lnTo>
                <a:cubicBezTo>
                  <a:pt x="45491" y="3678767"/>
                  <a:pt x="0" y="3633275"/>
                  <a:pt x="0" y="3577159"/>
                </a:cubicBezTo>
                <a:lnTo>
                  <a:pt x="0" y="101608"/>
                </a:lnTo>
                <a:cubicBezTo>
                  <a:pt x="0" y="45491"/>
                  <a:pt x="45491" y="0"/>
                  <a:pt x="101608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667" y="25484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72067" y="27008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481667" y="2650065"/>
            <a:ext cx="1676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数据透视表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3310465"/>
            <a:ext cx="506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快速汇总和分析大量数据,支持拖放字段、多维度统计、交叉分析,是数据分析师的核心工具。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9667" y="4072465"/>
            <a:ext cx="2425700" cy="1727200"/>
          </a:xfrm>
          <a:custGeom>
            <a:avLst/>
            <a:gdLst/>
            <a:ahLst/>
            <a:cxnLst/>
            <a:rect l="l" t="t" r="r" b="b"/>
            <a:pathLst>
              <a:path w="2425700" h="1727200">
                <a:moveTo>
                  <a:pt x="101594" y="0"/>
                </a:moveTo>
                <a:lnTo>
                  <a:pt x="2324106" y="0"/>
                </a:lnTo>
                <a:cubicBezTo>
                  <a:pt x="2380215" y="0"/>
                  <a:pt x="2425700" y="45485"/>
                  <a:pt x="2425700" y="101594"/>
                </a:cubicBezTo>
                <a:lnTo>
                  <a:pt x="2425700" y="1625606"/>
                </a:lnTo>
                <a:cubicBezTo>
                  <a:pt x="2425700" y="1681715"/>
                  <a:pt x="2380215" y="1727200"/>
                  <a:pt x="23241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21267" y="4174065"/>
            <a:ext cx="2324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创建步骤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1267" y="45296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918236" y="4555065"/>
            <a:ext cx="139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6867" y="45296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选择数据区域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1267" y="48344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05404" y="48598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6867" y="4834465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插入透视表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1267" y="51392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03420" y="51646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6867" y="51392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拖拽字段布局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1267" y="54440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903552" y="54694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6867" y="54440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设置汇总方式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51200" y="4072465"/>
            <a:ext cx="2425700" cy="1727200"/>
          </a:xfrm>
          <a:custGeom>
            <a:avLst/>
            <a:gdLst/>
            <a:ahLst/>
            <a:cxnLst/>
            <a:rect l="l" t="t" r="r" b="b"/>
            <a:pathLst>
              <a:path w="2425700" h="1727200">
                <a:moveTo>
                  <a:pt x="101594" y="0"/>
                </a:moveTo>
                <a:lnTo>
                  <a:pt x="2324106" y="0"/>
                </a:lnTo>
                <a:cubicBezTo>
                  <a:pt x="2380215" y="0"/>
                  <a:pt x="2425700" y="45485"/>
                  <a:pt x="2425700" y="101594"/>
                </a:cubicBezTo>
                <a:lnTo>
                  <a:pt x="2425700" y="1625606"/>
                </a:lnTo>
                <a:cubicBezTo>
                  <a:pt x="2425700" y="1681715"/>
                  <a:pt x="2380215" y="1727200"/>
                  <a:pt x="23241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3352800" y="4174065"/>
            <a:ext cx="2324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81375" y="458046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28" name="Text 26"/>
          <p:cNvSpPr/>
          <p:nvPr/>
        </p:nvSpPr>
        <p:spPr>
          <a:xfrm>
            <a:off x="3644900" y="45296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销售数据分析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81375" y="488526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0" name="Text 28"/>
          <p:cNvSpPr/>
          <p:nvPr/>
        </p:nvSpPr>
        <p:spPr>
          <a:xfrm>
            <a:off x="3644900" y="48344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财务报表统计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81375" y="519006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2" name="Text 30"/>
          <p:cNvSpPr/>
          <p:nvPr/>
        </p:nvSpPr>
        <p:spPr>
          <a:xfrm>
            <a:off x="3644900" y="51392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人力资源分析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81375" y="549486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4" name="Text 32"/>
          <p:cNvSpPr/>
          <p:nvPr/>
        </p:nvSpPr>
        <p:spPr>
          <a:xfrm>
            <a:off x="3644900" y="5444065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库存管理统计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00233" y="2341033"/>
            <a:ext cx="5380567" cy="3678767"/>
          </a:xfrm>
          <a:custGeom>
            <a:avLst/>
            <a:gdLst/>
            <a:ahLst/>
            <a:cxnLst/>
            <a:rect l="l" t="t" r="r" b="b"/>
            <a:pathLst>
              <a:path w="5380567" h="3678767">
                <a:moveTo>
                  <a:pt x="101608" y="0"/>
                </a:moveTo>
                <a:lnTo>
                  <a:pt x="5278959" y="0"/>
                </a:lnTo>
                <a:cubicBezTo>
                  <a:pt x="5335075" y="0"/>
                  <a:pt x="5380567" y="45491"/>
                  <a:pt x="5380567" y="101608"/>
                </a:cubicBezTo>
                <a:lnTo>
                  <a:pt x="5380567" y="3577159"/>
                </a:lnTo>
                <a:cubicBezTo>
                  <a:pt x="5380567" y="3633275"/>
                  <a:pt x="5335075" y="3678767"/>
                  <a:pt x="5278959" y="3678767"/>
                </a:cubicBezTo>
                <a:lnTo>
                  <a:pt x="101608" y="3678767"/>
                </a:lnTo>
                <a:cubicBezTo>
                  <a:pt x="45491" y="3678767"/>
                  <a:pt x="0" y="3633275"/>
                  <a:pt x="0" y="3577159"/>
                </a:cubicBezTo>
                <a:lnTo>
                  <a:pt x="0" y="101608"/>
                </a:lnTo>
                <a:cubicBezTo>
                  <a:pt x="0" y="45491"/>
                  <a:pt x="45491" y="0"/>
                  <a:pt x="101608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7667" y="25484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460067" y="27008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8" name="Text 36"/>
          <p:cNvSpPr/>
          <p:nvPr/>
        </p:nvSpPr>
        <p:spPr>
          <a:xfrm>
            <a:off x="7069667" y="2650065"/>
            <a:ext cx="19812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高级图表制作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7667" y="3310465"/>
            <a:ext cx="506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创建专业数据可视化,包括组合图表、动态图表、迷你图等,让数据更直观易懂。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07667" y="407246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6948223" y="41740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42" name="Text 40"/>
          <p:cNvSpPr/>
          <p:nvPr/>
        </p:nvSpPr>
        <p:spPr>
          <a:xfrm>
            <a:off x="6364817" y="4538135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组合图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995312" y="407246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8635868" y="41740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142875" y="57150"/>
                </a:moveTo>
                <a:cubicBezTo>
                  <a:pt x="146864" y="57150"/>
                  <a:pt x="150674" y="58817"/>
                  <a:pt x="153412" y="61793"/>
                </a:cubicBezTo>
                <a:lnTo>
                  <a:pt x="195739" y="107930"/>
                </a:lnTo>
                <a:lnTo>
                  <a:pt x="223242" y="80367"/>
                </a:lnTo>
                <a:cubicBezTo>
                  <a:pt x="228838" y="74771"/>
                  <a:pt x="237887" y="74771"/>
                  <a:pt x="243423" y="80367"/>
                </a:cubicBezTo>
                <a:lnTo>
                  <a:pt x="281523" y="118467"/>
                </a:lnTo>
                <a:cubicBezTo>
                  <a:pt x="284202" y="121146"/>
                  <a:pt x="285690" y="124777"/>
                  <a:pt x="285690" y="128588"/>
                </a:cubicBezTo>
                <a:lnTo>
                  <a:pt x="285690" y="195263"/>
                </a:lnTo>
                <a:cubicBezTo>
                  <a:pt x="285690" y="203180"/>
                  <a:pt x="279321" y="209550"/>
                  <a:pt x="271403" y="209550"/>
                </a:cubicBezTo>
                <a:lnTo>
                  <a:pt x="90428" y="209550"/>
                </a:lnTo>
                <a:cubicBezTo>
                  <a:pt x="82510" y="209550"/>
                  <a:pt x="76140" y="203180"/>
                  <a:pt x="76140" y="195263"/>
                </a:cubicBezTo>
                <a:lnTo>
                  <a:pt x="76140" y="128588"/>
                </a:lnTo>
                <a:cubicBezTo>
                  <a:pt x="76140" y="125016"/>
                  <a:pt x="77510" y="121563"/>
                  <a:pt x="79891" y="118943"/>
                </a:cubicBezTo>
                <a:lnTo>
                  <a:pt x="132278" y="61793"/>
                </a:lnTo>
                <a:cubicBezTo>
                  <a:pt x="134957" y="58817"/>
                  <a:pt x="138827" y="57150"/>
                  <a:pt x="142815" y="5715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45" name="Text 43"/>
          <p:cNvSpPr/>
          <p:nvPr/>
        </p:nvSpPr>
        <p:spPr>
          <a:xfrm>
            <a:off x="8052462" y="4538135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面积图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82956" y="407246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10304463" y="4174065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48" name="Text 46"/>
          <p:cNvSpPr/>
          <p:nvPr/>
        </p:nvSpPr>
        <p:spPr>
          <a:xfrm>
            <a:off x="9740106" y="4538135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饼图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7667" y="499533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948223" y="50969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384" y="2500"/>
                </a:moveTo>
                <a:cubicBezTo>
                  <a:pt x="16669" y="-1369"/>
                  <a:pt x="9049" y="-655"/>
                  <a:pt x="4167" y="4167"/>
                </a:cubicBezTo>
                <a:cubicBezTo>
                  <a:pt x="-714" y="8989"/>
                  <a:pt x="-1369" y="16669"/>
                  <a:pt x="2500" y="22384"/>
                </a:cubicBezTo>
                <a:lnTo>
                  <a:pt x="69175" y="119598"/>
                </a:lnTo>
                <a:lnTo>
                  <a:pt x="9882" y="138827"/>
                </a:lnTo>
                <a:cubicBezTo>
                  <a:pt x="3989" y="140732"/>
                  <a:pt x="0" y="146209"/>
                  <a:pt x="0" y="152400"/>
                </a:cubicBezTo>
                <a:cubicBezTo>
                  <a:pt x="0" y="158591"/>
                  <a:pt x="3989" y="164068"/>
                  <a:pt x="9882" y="165973"/>
                </a:cubicBezTo>
                <a:lnTo>
                  <a:pt x="71259" y="185857"/>
                </a:lnTo>
                <a:lnTo>
                  <a:pt x="39767" y="245745"/>
                </a:lnTo>
                <a:cubicBezTo>
                  <a:pt x="36850" y="251281"/>
                  <a:pt x="37862" y="258068"/>
                  <a:pt x="42327" y="262473"/>
                </a:cubicBezTo>
                <a:cubicBezTo>
                  <a:pt x="46792" y="266879"/>
                  <a:pt x="53519" y="267950"/>
                  <a:pt x="59055" y="265033"/>
                </a:cubicBezTo>
                <a:lnTo>
                  <a:pt x="118943" y="233541"/>
                </a:lnTo>
                <a:lnTo>
                  <a:pt x="138827" y="294918"/>
                </a:lnTo>
                <a:cubicBezTo>
                  <a:pt x="140732" y="300811"/>
                  <a:pt x="146209" y="304800"/>
                  <a:pt x="152400" y="304800"/>
                </a:cubicBezTo>
                <a:cubicBezTo>
                  <a:pt x="158591" y="304800"/>
                  <a:pt x="164068" y="300811"/>
                  <a:pt x="165973" y="294918"/>
                </a:cubicBezTo>
                <a:lnTo>
                  <a:pt x="185857" y="233541"/>
                </a:lnTo>
                <a:lnTo>
                  <a:pt x="245745" y="265033"/>
                </a:lnTo>
                <a:cubicBezTo>
                  <a:pt x="251281" y="267950"/>
                  <a:pt x="258068" y="266938"/>
                  <a:pt x="262473" y="262473"/>
                </a:cubicBezTo>
                <a:cubicBezTo>
                  <a:pt x="266879" y="258008"/>
                  <a:pt x="267950" y="251281"/>
                  <a:pt x="265033" y="245745"/>
                </a:cubicBezTo>
                <a:lnTo>
                  <a:pt x="233541" y="185857"/>
                </a:lnTo>
                <a:lnTo>
                  <a:pt x="294918" y="165973"/>
                </a:lnTo>
                <a:cubicBezTo>
                  <a:pt x="300811" y="164068"/>
                  <a:pt x="304800" y="158591"/>
                  <a:pt x="304800" y="152400"/>
                </a:cubicBezTo>
                <a:cubicBezTo>
                  <a:pt x="304800" y="146209"/>
                  <a:pt x="300811" y="140732"/>
                  <a:pt x="294918" y="138827"/>
                </a:cubicBezTo>
                <a:lnTo>
                  <a:pt x="231517" y="118289"/>
                </a:lnTo>
                <a:lnTo>
                  <a:pt x="246817" y="76379"/>
                </a:lnTo>
                <a:cubicBezTo>
                  <a:pt x="248722" y="71140"/>
                  <a:pt x="247412" y="65306"/>
                  <a:pt x="243483" y="61377"/>
                </a:cubicBezTo>
                <a:cubicBezTo>
                  <a:pt x="239554" y="57448"/>
                  <a:pt x="233720" y="56138"/>
                  <a:pt x="228481" y="58043"/>
                </a:cubicBezTo>
                <a:lnTo>
                  <a:pt x="186571" y="73342"/>
                </a:lnTo>
                <a:lnTo>
                  <a:pt x="166033" y="9942"/>
                </a:lnTo>
                <a:cubicBezTo>
                  <a:pt x="164068" y="3989"/>
                  <a:pt x="158591" y="0"/>
                  <a:pt x="152400" y="0"/>
                </a:cubicBezTo>
                <a:cubicBezTo>
                  <a:pt x="146209" y="0"/>
                  <a:pt x="140732" y="3989"/>
                  <a:pt x="138827" y="9882"/>
                </a:cubicBezTo>
                <a:lnTo>
                  <a:pt x="119598" y="69175"/>
                </a:lnTo>
                <a:lnTo>
                  <a:pt x="22384" y="2500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51" name="Text 49"/>
          <p:cNvSpPr/>
          <p:nvPr/>
        </p:nvSpPr>
        <p:spPr>
          <a:xfrm>
            <a:off x="6364817" y="5461000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散点图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995312" y="499533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8635868" y="50969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85725" y="133350"/>
                </a:moveTo>
                <a:cubicBezTo>
                  <a:pt x="96262" y="133350"/>
                  <a:pt x="104775" y="141863"/>
                  <a:pt x="104775" y="152400"/>
                </a:cubicBezTo>
                <a:lnTo>
                  <a:pt x="104775" y="190500"/>
                </a:lnTo>
                <a:cubicBezTo>
                  <a:pt x="104775" y="201037"/>
                  <a:pt x="96262" y="209550"/>
                  <a:pt x="85725" y="209550"/>
                </a:cubicBezTo>
                <a:cubicBezTo>
                  <a:pt x="75188" y="209550"/>
                  <a:pt x="66675" y="201037"/>
                  <a:pt x="66675" y="190500"/>
                </a:cubicBezTo>
                <a:lnTo>
                  <a:pt x="66675" y="152400"/>
                </a:lnTo>
                <a:cubicBezTo>
                  <a:pt x="66675" y="141863"/>
                  <a:pt x="75188" y="133350"/>
                  <a:pt x="85725" y="133350"/>
                </a:cubicBezTo>
                <a:close/>
                <a:moveTo>
                  <a:pt x="171450" y="95250"/>
                </a:moveTo>
                <a:lnTo>
                  <a:pt x="171450" y="190500"/>
                </a:lnTo>
                <a:cubicBezTo>
                  <a:pt x="171450" y="201037"/>
                  <a:pt x="162937" y="209550"/>
                  <a:pt x="152400" y="209550"/>
                </a:cubicBezTo>
                <a:cubicBezTo>
                  <a:pt x="141863" y="209550"/>
                  <a:pt x="133350" y="201037"/>
                  <a:pt x="133350" y="19050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19075" y="114300"/>
                </a:moveTo>
                <a:cubicBezTo>
                  <a:pt x="229612" y="114300"/>
                  <a:pt x="238125" y="122813"/>
                  <a:pt x="238125" y="133350"/>
                </a:cubicBezTo>
                <a:lnTo>
                  <a:pt x="238125" y="190500"/>
                </a:lnTo>
                <a:cubicBezTo>
                  <a:pt x="238125" y="201037"/>
                  <a:pt x="229612" y="209550"/>
                  <a:pt x="219075" y="209550"/>
                </a:cubicBezTo>
                <a:cubicBezTo>
                  <a:pt x="208538" y="209550"/>
                  <a:pt x="200025" y="201037"/>
                  <a:pt x="200025" y="190500"/>
                </a:cubicBezTo>
                <a:lnTo>
                  <a:pt x="200025" y="133350"/>
                </a:lnTo>
                <a:cubicBezTo>
                  <a:pt x="200025" y="122813"/>
                  <a:pt x="208538" y="114300"/>
                  <a:pt x="219075" y="114300"/>
                </a:cubicBezTo>
                <a:close/>
                <a:moveTo>
                  <a:pt x="304800" y="57150"/>
                </a:moveTo>
                <a:lnTo>
                  <a:pt x="304800" y="190500"/>
                </a:lnTo>
                <a:cubicBezTo>
                  <a:pt x="304800" y="201037"/>
                  <a:pt x="296287" y="209550"/>
                  <a:pt x="285750" y="209550"/>
                </a:cubicBezTo>
                <a:cubicBezTo>
                  <a:pt x="275213" y="209550"/>
                  <a:pt x="266700" y="201037"/>
                  <a:pt x="266700" y="190500"/>
                </a:cubicBezTo>
                <a:lnTo>
                  <a:pt x="266700" y="57150"/>
                </a:lnTo>
                <a:cubicBezTo>
                  <a:pt x="266700" y="46613"/>
                  <a:pt x="275213" y="38100"/>
                  <a:pt x="285750" y="38100"/>
                </a:cubicBezTo>
                <a:cubicBezTo>
                  <a:pt x="296287" y="38100"/>
                  <a:pt x="304800" y="46613"/>
                  <a:pt x="304800" y="5715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4" name="Text 52"/>
          <p:cNvSpPr/>
          <p:nvPr/>
        </p:nvSpPr>
        <p:spPr>
          <a:xfrm>
            <a:off x="8052462" y="5461000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迷你图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682956" y="4995335"/>
            <a:ext cx="1587500" cy="825500"/>
          </a:xfrm>
          <a:custGeom>
            <a:avLst/>
            <a:gdLst/>
            <a:ahLst/>
            <a:cxnLst/>
            <a:rect l="l" t="t" r="r" b="b"/>
            <a:pathLst>
              <a:path w="1587500" h="825500">
                <a:moveTo>
                  <a:pt x="101603" y="0"/>
                </a:moveTo>
                <a:lnTo>
                  <a:pt x="1485897" y="0"/>
                </a:lnTo>
                <a:cubicBezTo>
                  <a:pt x="1542011" y="0"/>
                  <a:pt x="1587500" y="45489"/>
                  <a:pt x="1587500" y="101603"/>
                </a:cubicBezTo>
                <a:lnTo>
                  <a:pt x="1587500" y="723897"/>
                </a:lnTo>
                <a:cubicBezTo>
                  <a:pt x="1587500" y="780011"/>
                  <a:pt x="1542011" y="825500"/>
                  <a:pt x="1485897" y="825500"/>
                </a:cubicBezTo>
                <a:lnTo>
                  <a:pt x="101603" y="825500"/>
                </a:lnTo>
                <a:cubicBezTo>
                  <a:pt x="45527" y="825500"/>
                  <a:pt x="0" y="779973"/>
                  <a:pt x="0" y="723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0323513" y="509693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7" name="Text 55"/>
          <p:cNvSpPr/>
          <p:nvPr/>
        </p:nvSpPr>
        <p:spPr>
          <a:xfrm>
            <a:off x="9740106" y="5461000"/>
            <a:ext cx="1473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瀑布图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12233" y="6235698"/>
            <a:ext cx="2624667" cy="2142067"/>
          </a:xfrm>
          <a:custGeom>
            <a:avLst/>
            <a:gdLst/>
            <a:ahLst/>
            <a:cxnLst/>
            <a:rect l="l" t="t" r="r" b="b"/>
            <a:pathLst>
              <a:path w="2624667" h="2142067">
                <a:moveTo>
                  <a:pt x="101598" y="0"/>
                </a:moveTo>
                <a:lnTo>
                  <a:pt x="2523068" y="0"/>
                </a:lnTo>
                <a:cubicBezTo>
                  <a:pt x="2579180" y="0"/>
                  <a:pt x="2624667" y="45487"/>
                  <a:pt x="2624667" y="101598"/>
                </a:cubicBezTo>
                <a:lnTo>
                  <a:pt x="2624667" y="2040468"/>
                </a:lnTo>
                <a:cubicBezTo>
                  <a:pt x="2624667" y="2096580"/>
                  <a:pt x="2579180" y="2142067"/>
                  <a:pt x="25230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8867" y="63923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795867" y="65193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27000"/>
                </a:moveTo>
                <a:cubicBezTo>
                  <a:pt x="254000" y="127446"/>
                  <a:pt x="254000" y="127893"/>
                  <a:pt x="254000" y="128339"/>
                </a:cubicBezTo>
                <a:cubicBezTo>
                  <a:pt x="253802" y="146447"/>
                  <a:pt x="237331" y="158750"/>
                  <a:pt x="219224" y="158750"/>
                </a:cubicBezTo>
                <a:lnTo>
                  <a:pt x="170656" y="158750"/>
                </a:lnTo>
                <a:cubicBezTo>
                  <a:pt x="157510" y="158750"/>
                  <a:pt x="146844" y="169416"/>
                  <a:pt x="146844" y="182563"/>
                </a:cubicBezTo>
                <a:cubicBezTo>
                  <a:pt x="146844" y="184249"/>
                  <a:pt x="147042" y="185886"/>
                  <a:pt x="147340" y="187474"/>
                </a:cubicBezTo>
                <a:cubicBezTo>
                  <a:pt x="148382" y="192534"/>
                  <a:pt x="150564" y="197396"/>
                  <a:pt x="152698" y="202307"/>
                </a:cubicBezTo>
                <a:cubicBezTo>
                  <a:pt x="155724" y="209153"/>
                  <a:pt x="158700" y="215950"/>
                  <a:pt x="158700" y="223143"/>
                </a:cubicBezTo>
                <a:cubicBezTo>
                  <a:pt x="158700" y="238919"/>
                  <a:pt x="147985" y="253256"/>
                  <a:pt x="132209" y="253901"/>
                </a:cubicBezTo>
                <a:cubicBezTo>
                  <a:pt x="130473" y="253950"/>
                  <a:pt x="128736" y="254000"/>
                  <a:pt x="126950" y="254000"/>
                </a:cubicBezTo>
                <a:cubicBezTo>
                  <a:pt x="56803" y="254000"/>
                  <a:pt x="-50" y="197148"/>
                  <a:pt x="-50" y="127000"/>
                </a:cubicBezTo>
                <a:cubicBezTo>
                  <a:pt x="-50" y="56852"/>
                  <a:pt x="56852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lose/>
                <a:moveTo>
                  <a:pt x="63500" y="142875"/>
                </a:moveTo>
                <a:cubicBezTo>
                  <a:pt x="63500" y="134113"/>
                  <a:pt x="56387" y="127000"/>
                  <a:pt x="47625" y="127000"/>
                </a:cubicBezTo>
                <a:cubicBezTo>
                  <a:pt x="38863" y="127000"/>
                  <a:pt x="31750" y="134113"/>
                  <a:pt x="31750" y="142875"/>
                </a:cubicBezTo>
                <a:cubicBezTo>
                  <a:pt x="31750" y="151637"/>
                  <a:pt x="38863" y="158750"/>
                  <a:pt x="47625" y="158750"/>
                </a:cubicBezTo>
                <a:cubicBezTo>
                  <a:pt x="56387" y="158750"/>
                  <a:pt x="63500" y="151637"/>
                  <a:pt x="63500" y="142875"/>
                </a:cubicBezTo>
                <a:close/>
                <a:moveTo>
                  <a:pt x="63500" y="95250"/>
                </a:moveTo>
                <a:cubicBezTo>
                  <a:pt x="72262" y="95250"/>
                  <a:pt x="79375" y="88137"/>
                  <a:pt x="79375" y="79375"/>
                </a:cubicBezTo>
                <a:cubicBezTo>
                  <a:pt x="79375" y="70613"/>
                  <a:pt x="72262" y="63500"/>
                  <a:pt x="63500" y="63500"/>
                </a:cubicBezTo>
                <a:cubicBezTo>
                  <a:pt x="54738" y="63500"/>
                  <a:pt x="47625" y="70613"/>
                  <a:pt x="47625" y="79375"/>
                </a:cubicBezTo>
                <a:cubicBezTo>
                  <a:pt x="47625" y="88137"/>
                  <a:pt x="54738" y="95250"/>
                  <a:pt x="63500" y="9525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90500" y="95250"/>
                </a:moveTo>
                <a:cubicBezTo>
                  <a:pt x="199262" y="95250"/>
                  <a:pt x="206375" y="88137"/>
                  <a:pt x="206375" y="79375"/>
                </a:cubicBezTo>
                <a:cubicBezTo>
                  <a:pt x="206375" y="70613"/>
                  <a:pt x="199262" y="63500"/>
                  <a:pt x="190500" y="63500"/>
                </a:cubicBezTo>
                <a:cubicBezTo>
                  <a:pt x="181738" y="63500"/>
                  <a:pt x="174625" y="70613"/>
                  <a:pt x="174625" y="79375"/>
                </a:cubicBezTo>
                <a:cubicBezTo>
                  <a:pt x="174625" y="88137"/>
                  <a:pt x="181738" y="95250"/>
                  <a:pt x="190500" y="9525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1" name="Text 59"/>
          <p:cNvSpPr/>
          <p:nvPr/>
        </p:nvSpPr>
        <p:spPr>
          <a:xfrm>
            <a:off x="1278467" y="646853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条件格式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8867" y="70019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根据条件自动设置单元格格式,突出显示关键数据。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705379" y="7700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4" name="Text 62"/>
          <p:cNvSpPr/>
          <p:nvPr/>
        </p:nvSpPr>
        <p:spPr>
          <a:xfrm>
            <a:off x="992717" y="7662335"/>
            <a:ext cx="1041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数据条/色阶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05379" y="8005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6" name="Text 64"/>
          <p:cNvSpPr/>
          <p:nvPr/>
        </p:nvSpPr>
        <p:spPr>
          <a:xfrm>
            <a:off x="992717" y="7967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突出显示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93533" y="6235698"/>
            <a:ext cx="2624667" cy="2142067"/>
          </a:xfrm>
          <a:custGeom>
            <a:avLst/>
            <a:gdLst/>
            <a:ahLst/>
            <a:cxnLst/>
            <a:rect l="l" t="t" r="r" b="b"/>
            <a:pathLst>
              <a:path w="2624667" h="2142067">
                <a:moveTo>
                  <a:pt x="101598" y="0"/>
                </a:moveTo>
                <a:lnTo>
                  <a:pt x="2523068" y="0"/>
                </a:lnTo>
                <a:cubicBezTo>
                  <a:pt x="2579180" y="0"/>
                  <a:pt x="2624667" y="45487"/>
                  <a:pt x="2624667" y="101598"/>
                </a:cubicBezTo>
                <a:lnTo>
                  <a:pt x="2624667" y="2040468"/>
                </a:lnTo>
                <a:cubicBezTo>
                  <a:pt x="2624667" y="2096580"/>
                  <a:pt x="2579180" y="2142067"/>
                  <a:pt x="25230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50167" y="63923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69" name="Shape 67"/>
          <p:cNvSpPr/>
          <p:nvPr/>
        </p:nvSpPr>
        <p:spPr>
          <a:xfrm>
            <a:off x="3577167" y="65193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70" name="Text 68"/>
          <p:cNvSpPr/>
          <p:nvPr/>
        </p:nvSpPr>
        <p:spPr>
          <a:xfrm>
            <a:off x="4059767" y="646853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数据验证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450167" y="70019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限制输入内容,确保数据准确性和完整性。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3486679" y="7700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3" name="Text 71"/>
          <p:cNvSpPr/>
          <p:nvPr/>
        </p:nvSpPr>
        <p:spPr>
          <a:xfrm>
            <a:off x="3774017" y="76623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下拉列表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486679" y="8005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5" name="Text 73"/>
          <p:cNvSpPr/>
          <p:nvPr/>
        </p:nvSpPr>
        <p:spPr>
          <a:xfrm>
            <a:off x="3774017" y="7967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数值范围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074833" y="6235698"/>
            <a:ext cx="2624667" cy="2142067"/>
          </a:xfrm>
          <a:custGeom>
            <a:avLst/>
            <a:gdLst/>
            <a:ahLst/>
            <a:cxnLst/>
            <a:rect l="l" t="t" r="r" b="b"/>
            <a:pathLst>
              <a:path w="2624667" h="2142067">
                <a:moveTo>
                  <a:pt x="101598" y="0"/>
                </a:moveTo>
                <a:lnTo>
                  <a:pt x="2523068" y="0"/>
                </a:lnTo>
                <a:cubicBezTo>
                  <a:pt x="2579180" y="0"/>
                  <a:pt x="2624667" y="45487"/>
                  <a:pt x="2624667" y="101598"/>
                </a:cubicBezTo>
                <a:lnTo>
                  <a:pt x="2624667" y="2040468"/>
                </a:lnTo>
                <a:cubicBezTo>
                  <a:pt x="2624667" y="2096580"/>
                  <a:pt x="2579180" y="2142067"/>
                  <a:pt x="25230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31467" y="63923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78" name="Shape 76"/>
          <p:cNvSpPr/>
          <p:nvPr/>
        </p:nvSpPr>
        <p:spPr>
          <a:xfrm>
            <a:off x="6342592" y="651933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79" name="Text 77"/>
          <p:cNvSpPr/>
          <p:nvPr/>
        </p:nvSpPr>
        <p:spPr>
          <a:xfrm>
            <a:off x="6841067" y="6468535"/>
            <a:ext cx="1168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宏与VBA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31467" y="70019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录制和编写自动化脚本,批量处理重复性工作。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267979" y="7700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2" name="Text 80"/>
          <p:cNvSpPr/>
          <p:nvPr/>
        </p:nvSpPr>
        <p:spPr>
          <a:xfrm>
            <a:off x="6555317" y="7662335"/>
            <a:ext cx="62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录制宏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267979" y="8005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4" name="Text 82"/>
          <p:cNvSpPr/>
          <p:nvPr/>
        </p:nvSpPr>
        <p:spPr>
          <a:xfrm>
            <a:off x="6555317" y="7967135"/>
            <a:ext cx="977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VBA编辑器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856133" y="6235698"/>
            <a:ext cx="2624667" cy="2142067"/>
          </a:xfrm>
          <a:custGeom>
            <a:avLst/>
            <a:gdLst/>
            <a:ahLst/>
            <a:cxnLst/>
            <a:rect l="l" t="t" r="r" b="b"/>
            <a:pathLst>
              <a:path w="2624667" h="2142067">
                <a:moveTo>
                  <a:pt x="101598" y="0"/>
                </a:moveTo>
                <a:lnTo>
                  <a:pt x="2523068" y="0"/>
                </a:lnTo>
                <a:cubicBezTo>
                  <a:pt x="2579180" y="0"/>
                  <a:pt x="2624667" y="45487"/>
                  <a:pt x="2624667" y="101598"/>
                </a:cubicBezTo>
                <a:lnTo>
                  <a:pt x="2624667" y="2040468"/>
                </a:lnTo>
                <a:cubicBezTo>
                  <a:pt x="2624667" y="2096580"/>
                  <a:pt x="2579180" y="2142067"/>
                  <a:pt x="2523068" y="2142067"/>
                </a:cubicBezTo>
                <a:lnTo>
                  <a:pt x="101598" y="2142067"/>
                </a:lnTo>
                <a:cubicBezTo>
                  <a:pt x="45487" y="2142067"/>
                  <a:pt x="0" y="2096580"/>
                  <a:pt x="0" y="2040468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012767" y="63923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87" name="Shape 85"/>
          <p:cNvSpPr/>
          <p:nvPr/>
        </p:nvSpPr>
        <p:spPr>
          <a:xfrm>
            <a:off x="9123892" y="651933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8" name="Text 86"/>
          <p:cNvSpPr/>
          <p:nvPr/>
        </p:nvSpPr>
        <p:spPr>
          <a:xfrm>
            <a:off x="9622367" y="646853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外部链接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9012767" y="70019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引用其他工作簿数据,实现跨文件动态更新。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9049279" y="7700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1" name="Text 89"/>
          <p:cNvSpPr/>
          <p:nvPr/>
        </p:nvSpPr>
        <p:spPr>
          <a:xfrm>
            <a:off x="9336617" y="76623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跨表引用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9049279" y="8005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3" name="Text 91"/>
          <p:cNvSpPr/>
          <p:nvPr/>
        </p:nvSpPr>
        <p:spPr>
          <a:xfrm>
            <a:off x="9336617" y="7967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数据更新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1688233" y="508000"/>
            <a:ext cx="8467" cy="8128000"/>
          </a:xfrm>
          <a:custGeom>
            <a:avLst/>
            <a:gdLst/>
            <a:ahLst/>
            <a:cxnLst/>
            <a:rect l="l" t="t" r="r" b="b"/>
            <a:pathLst>
              <a:path w="8467" h="8128000">
                <a:moveTo>
                  <a:pt x="0" y="0"/>
                </a:moveTo>
                <a:lnTo>
                  <a:pt x="8467" y="0"/>
                </a:lnTo>
                <a:lnTo>
                  <a:pt x="8467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10196"/>
            </a:srgbClr>
          </a:solidFill>
        </p:spPr>
      </p:sp>
      <p:sp>
        <p:nvSpPr>
          <p:cNvPr id="95" name="Text 93"/>
          <p:cNvSpPr/>
          <p:nvPr/>
        </p:nvSpPr>
        <p:spPr>
          <a:xfrm>
            <a:off x="11895667" y="50800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常用函数速查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11895667" y="1066800"/>
            <a:ext cx="394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快速掌握核心函数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11921067" y="15748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98" name="Shape 96"/>
          <p:cNvSpPr/>
          <p:nvPr/>
        </p:nvSpPr>
        <p:spPr>
          <a:xfrm>
            <a:off x="11921067" y="15748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9" name="Text 97"/>
          <p:cNvSpPr/>
          <p:nvPr/>
        </p:nvSpPr>
        <p:spPr>
          <a:xfrm>
            <a:off x="12048067" y="1676400"/>
            <a:ext cx="546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SUM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5138400" y="16764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01" name="Text 99"/>
          <p:cNvSpPr/>
          <p:nvPr/>
        </p:nvSpPr>
        <p:spPr>
          <a:xfrm>
            <a:off x="15138400" y="167640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求和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12048067" y="2074335"/>
            <a:ext cx="1221846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=SUM(A1:A10)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1921067" y="25400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104" name="Shape 102"/>
          <p:cNvSpPr/>
          <p:nvPr/>
        </p:nvSpPr>
        <p:spPr>
          <a:xfrm>
            <a:off x="11921067" y="25400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05" name="Text 103"/>
          <p:cNvSpPr/>
          <p:nvPr/>
        </p:nvSpPr>
        <p:spPr>
          <a:xfrm>
            <a:off x="12048067" y="2641600"/>
            <a:ext cx="1054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AVERAGE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14986000" y="2641600"/>
            <a:ext cx="660400" cy="304800"/>
          </a:xfrm>
          <a:custGeom>
            <a:avLst/>
            <a:gdLst/>
            <a:ahLst/>
            <a:cxnLst/>
            <a:rect l="l" t="t" r="r" b="b"/>
            <a:pathLst>
              <a:path w="660400" h="3048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253999"/>
                </a:lnTo>
                <a:cubicBezTo>
                  <a:pt x="660400" y="282056"/>
                  <a:pt x="637656" y="304800"/>
                  <a:pt x="609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107" name="Text 105"/>
          <p:cNvSpPr/>
          <p:nvPr/>
        </p:nvSpPr>
        <p:spPr>
          <a:xfrm>
            <a:off x="14986000" y="2641600"/>
            <a:ext cx="7366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平均值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12048067" y="3039535"/>
            <a:ext cx="1640284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=AVERAGE(B1:B10)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11921067" y="35052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110" name="Shape 108"/>
          <p:cNvSpPr/>
          <p:nvPr/>
        </p:nvSpPr>
        <p:spPr>
          <a:xfrm>
            <a:off x="11921067" y="35052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111" name="Text 109"/>
          <p:cNvSpPr/>
          <p:nvPr/>
        </p:nvSpPr>
        <p:spPr>
          <a:xfrm>
            <a:off x="12048067" y="3606800"/>
            <a:ext cx="812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COUNT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15138400" y="36068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113" name="Text 111"/>
          <p:cNvSpPr/>
          <p:nvPr/>
        </p:nvSpPr>
        <p:spPr>
          <a:xfrm>
            <a:off x="15138400" y="360680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计数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2048067" y="4004735"/>
            <a:ext cx="1472274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=COUNT(C1:C10)</a:t>
            </a: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11921067" y="44704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16" name="Shape 114"/>
          <p:cNvSpPr/>
          <p:nvPr/>
        </p:nvSpPr>
        <p:spPr>
          <a:xfrm>
            <a:off x="11921067" y="44704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17" name="Text 115"/>
          <p:cNvSpPr/>
          <p:nvPr/>
        </p:nvSpPr>
        <p:spPr>
          <a:xfrm>
            <a:off x="12048067" y="4572000"/>
            <a:ext cx="279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IF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14833600" y="4572000"/>
            <a:ext cx="812800" cy="304800"/>
          </a:xfrm>
          <a:custGeom>
            <a:avLst/>
            <a:gdLst/>
            <a:ahLst/>
            <a:cxnLst/>
            <a:rect l="l" t="t" r="r" b="b"/>
            <a:pathLst>
              <a:path w="812800" h="304800">
                <a:moveTo>
                  <a:pt x="50801" y="0"/>
                </a:moveTo>
                <a:lnTo>
                  <a:pt x="761999" y="0"/>
                </a:lnTo>
                <a:cubicBezTo>
                  <a:pt x="790056" y="0"/>
                  <a:pt x="812800" y="22744"/>
                  <a:pt x="812800" y="50801"/>
                </a:cubicBezTo>
                <a:lnTo>
                  <a:pt x="812800" y="253999"/>
                </a:lnTo>
                <a:cubicBezTo>
                  <a:pt x="812800" y="282056"/>
                  <a:pt x="790056" y="304800"/>
                  <a:pt x="761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6A8">
              <a:alpha val="20000"/>
            </a:srgbClr>
          </a:solidFill>
        </p:spPr>
      </p:sp>
      <p:sp>
        <p:nvSpPr>
          <p:cNvPr id="119" name="Text 117"/>
          <p:cNvSpPr/>
          <p:nvPr/>
        </p:nvSpPr>
        <p:spPr>
          <a:xfrm>
            <a:off x="14833600" y="4572000"/>
            <a:ext cx="8890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条件判断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12048067" y="4969935"/>
            <a:ext cx="1730772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=IF(D1&gt;100,"高","低")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11921067" y="54356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122" name="Shape 120"/>
          <p:cNvSpPr/>
          <p:nvPr/>
        </p:nvSpPr>
        <p:spPr>
          <a:xfrm>
            <a:off x="11921067" y="54356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23" name="Text 121"/>
          <p:cNvSpPr/>
          <p:nvPr/>
        </p:nvSpPr>
        <p:spPr>
          <a:xfrm>
            <a:off x="12048067" y="5537200"/>
            <a:ext cx="1092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VLOOKUP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15138400" y="55372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E8A6D">
              <a:alpha val="20000"/>
            </a:srgbClr>
          </a:solidFill>
        </p:spPr>
      </p:sp>
      <p:sp>
        <p:nvSpPr>
          <p:cNvPr id="125" name="Text 123"/>
          <p:cNvSpPr/>
          <p:nvPr/>
        </p:nvSpPr>
        <p:spPr>
          <a:xfrm>
            <a:off x="15138400" y="553720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查找</a:t>
            </a:r>
            <a:endParaRPr lang="en-US" sz="1600" dirty="0"/>
          </a:p>
        </p:txBody>
      </p:sp>
      <p:sp>
        <p:nvSpPr>
          <p:cNvPr id="126" name="Text 124"/>
          <p:cNvSpPr/>
          <p:nvPr/>
        </p:nvSpPr>
        <p:spPr>
          <a:xfrm>
            <a:off x="12048067" y="5935135"/>
            <a:ext cx="1948392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=VLOOKUP(E1,A:B,2,0)</a:t>
            </a:r>
            <a:endParaRPr lang="en-US" sz="1600" dirty="0"/>
          </a:p>
        </p:txBody>
      </p:sp>
      <p:sp>
        <p:nvSpPr>
          <p:cNvPr id="127" name="Shape 125"/>
          <p:cNvSpPr/>
          <p:nvPr/>
        </p:nvSpPr>
        <p:spPr>
          <a:xfrm>
            <a:off x="11921067" y="6400800"/>
            <a:ext cx="3822700" cy="863600"/>
          </a:xfrm>
          <a:custGeom>
            <a:avLst/>
            <a:gdLst/>
            <a:ahLst/>
            <a:cxnLst/>
            <a:rect l="l" t="t" r="r" b="b"/>
            <a:pathLst>
              <a:path w="3822700" h="863600">
                <a:moveTo>
                  <a:pt x="50800" y="0"/>
                </a:moveTo>
                <a:lnTo>
                  <a:pt x="3721097" y="0"/>
                </a:lnTo>
                <a:cubicBezTo>
                  <a:pt x="3777211" y="0"/>
                  <a:pt x="3822700" y="45489"/>
                  <a:pt x="3822700" y="101603"/>
                </a:cubicBezTo>
                <a:lnTo>
                  <a:pt x="3822700" y="761997"/>
                </a:lnTo>
                <a:cubicBezTo>
                  <a:pt x="3822700" y="818111"/>
                  <a:pt x="3777211" y="863600"/>
                  <a:pt x="3721097" y="863600"/>
                </a:cubicBez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128" name="Shape 126"/>
          <p:cNvSpPr/>
          <p:nvPr/>
        </p:nvSpPr>
        <p:spPr>
          <a:xfrm>
            <a:off x="11921067" y="64008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5080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50800" y="863600"/>
                </a:lnTo>
                <a:cubicBezTo>
                  <a:pt x="22763" y="863600"/>
                  <a:pt x="0" y="840837"/>
                  <a:pt x="0" y="81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129" name="Text 127"/>
          <p:cNvSpPr/>
          <p:nvPr/>
        </p:nvSpPr>
        <p:spPr>
          <a:xfrm>
            <a:off x="12048067" y="6502400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CONCATENATE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15138400" y="6502400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C98543">
              <a:alpha val="20000"/>
            </a:srgbClr>
          </a:solidFill>
        </p:spPr>
      </p:sp>
      <p:sp>
        <p:nvSpPr>
          <p:cNvPr id="131" name="Text 129"/>
          <p:cNvSpPr/>
          <p:nvPr/>
        </p:nvSpPr>
        <p:spPr>
          <a:xfrm>
            <a:off x="15138400" y="6502400"/>
            <a:ext cx="584200" cy="3048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拼接</a:t>
            </a:r>
            <a:endParaRPr lang="en-US" sz="1600" dirty="0"/>
          </a:p>
        </p:txBody>
      </p:sp>
      <p:sp>
        <p:nvSpPr>
          <p:cNvPr id="132" name="Text 130"/>
          <p:cNvSpPr/>
          <p:nvPr/>
        </p:nvSpPr>
        <p:spPr>
          <a:xfrm>
            <a:off x="12048067" y="6900335"/>
            <a:ext cx="1459574" cy="2370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=CONCAT(F1,G1)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53" y="504453"/>
            <a:ext cx="100891" cy="504453"/>
          </a:xfrm>
          <a:custGeom>
            <a:avLst/>
            <a:gdLst/>
            <a:ahLst/>
            <a:cxnLst/>
            <a:rect l="l" t="t" r="r" b="b"/>
            <a:pathLst>
              <a:path w="100891" h="504453">
                <a:moveTo>
                  <a:pt x="50445" y="0"/>
                </a:moveTo>
                <a:lnTo>
                  <a:pt x="50445" y="0"/>
                </a:lnTo>
                <a:cubicBezTo>
                  <a:pt x="78305" y="0"/>
                  <a:pt x="100891" y="22585"/>
                  <a:pt x="100891" y="50445"/>
                </a:cubicBezTo>
                <a:lnTo>
                  <a:pt x="100891" y="454008"/>
                </a:lnTo>
                <a:cubicBezTo>
                  <a:pt x="100891" y="481868"/>
                  <a:pt x="78305" y="504453"/>
                  <a:pt x="50445" y="504453"/>
                </a:cubicBezTo>
                <a:lnTo>
                  <a:pt x="50445" y="504453"/>
                </a:lnTo>
                <a:cubicBezTo>
                  <a:pt x="22585" y="504453"/>
                  <a:pt x="0" y="481868"/>
                  <a:pt x="0" y="45400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" name="Text 1"/>
          <p:cNvSpPr/>
          <p:nvPr/>
        </p:nvSpPr>
        <p:spPr>
          <a:xfrm>
            <a:off x="756680" y="605344"/>
            <a:ext cx="2572711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kern="0" spc="79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PRESENTATION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4453" y="1109797"/>
            <a:ext cx="15549766" cy="605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6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PowerPoint演示制作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4453" y="1765586"/>
            <a:ext cx="1537320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设计原则 - 构建专业视觉表达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657" y="2324688"/>
            <a:ext cx="7512147" cy="2732454"/>
          </a:xfrm>
          <a:custGeom>
            <a:avLst/>
            <a:gdLst/>
            <a:ahLst/>
            <a:cxnLst/>
            <a:rect l="l" t="t" r="r" b="b"/>
            <a:pathLst>
              <a:path w="7512147" h="2732454">
                <a:moveTo>
                  <a:pt x="100882" y="0"/>
                </a:moveTo>
                <a:lnTo>
                  <a:pt x="7411265" y="0"/>
                </a:lnTo>
                <a:cubicBezTo>
                  <a:pt x="7466980" y="0"/>
                  <a:pt x="7512147" y="45167"/>
                  <a:pt x="7512147" y="100882"/>
                </a:cubicBezTo>
                <a:lnTo>
                  <a:pt x="7512147" y="2631572"/>
                </a:lnTo>
                <a:cubicBezTo>
                  <a:pt x="7512147" y="2687288"/>
                  <a:pt x="7466980" y="2732454"/>
                  <a:pt x="7411265" y="2732454"/>
                </a:cubicBezTo>
                <a:lnTo>
                  <a:pt x="100882" y="2732454"/>
                </a:lnTo>
                <a:cubicBezTo>
                  <a:pt x="45167" y="2732454"/>
                  <a:pt x="0" y="2687288"/>
                  <a:pt x="0" y="2631572"/>
                </a:cubicBezTo>
                <a:lnTo>
                  <a:pt x="0" y="100882"/>
                </a:lnTo>
                <a:cubicBezTo>
                  <a:pt x="0" y="45204"/>
                  <a:pt x="45204" y="0"/>
                  <a:pt x="100882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4642" y="2530671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65978" y="2682007"/>
            <a:ext cx="302672" cy="302672"/>
          </a:xfrm>
          <a:custGeom>
            <a:avLst/>
            <a:gdLst/>
            <a:ahLst/>
            <a:cxnLst/>
            <a:rect l="l" t="t" r="r" b="b"/>
            <a:pathLst>
              <a:path w="302672" h="302672">
                <a:moveTo>
                  <a:pt x="38957" y="135079"/>
                </a:moveTo>
                <a:cubicBezTo>
                  <a:pt x="46820" y="80102"/>
                  <a:pt x="94171" y="37834"/>
                  <a:pt x="151336" y="37834"/>
                </a:cubicBezTo>
                <a:cubicBezTo>
                  <a:pt x="182667" y="37834"/>
                  <a:pt x="211043" y="50544"/>
                  <a:pt x="231615" y="71057"/>
                </a:cubicBezTo>
                <a:cubicBezTo>
                  <a:pt x="231733" y="71175"/>
                  <a:pt x="231851" y="71293"/>
                  <a:pt x="231970" y="71412"/>
                </a:cubicBezTo>
                <a:lnTo>
                  <a:pt x="236462" y="75668"/>
                </a:lnTo>
                <a:lnTo>
                  <a:pt x="208146" y="75668"/>
                </a:lnTo>
                <a:cubicBezTo>
                  <a:pt x="197683" y="75668"/>
                  <a:pt x="189229" y="84121"/>
                  <a:pt x="189229" y="94585"/>
                </a:cubicBezTo>
                <a:cubicBezTo>
                  <a:pt x="189229" y="105048"/>
                  <a:pt x="197683" y="113502"/>
                  <a:pt x="208146" y="113502"/>
                </a:cubicBezTo>
                <a:lnTo>
                  <a:pt x="283814" y="113502"/>
                </a:lnTo>
                <a:cubicBezTo>
                  <a:pt x="294277" y="113502"/>
                  <a:pt x="302731" y="105048"/>
                  <a:pt x="302731" y="94585"/>
                </a:cubicBezTo>
                <a:lnTo>
                  <a:pt x="302731" y="18917"/>
                </a:lnTo>
                <a:cubicBezTo>
                  <a:pt x="302731" y="8454"/>
                  <a:pt x="294277" y="0"/>
                  <a:pt x="283814" y="0"/>
                </a:cubicBezTo>
                <a:cubicBezTo>
                  <a:pt x="273351" y="0"/>
                  <a:pt x="264897" y="8454"/>
                  <a:pt x="264897" y="18917"/>
                </a:cubicBezTo>
                <a:lnTo>
                  <a:pt x="264897" y="50485"/>
                </a:lnTo>
                <a:lnTo>
                  <a:pt x="258217" y="44159"/>
                </a:lnTo>
                <a:cubicBezTo>
                  <a:pt x="230846" y="16907"/>
                  <a:pt x="193012" y="0"/>
                  <a:pt x="151336" y="0"/>
                </a:cubicBezTo>
                <a:cubicBezTo>
                  <a:pt x="75077" y="0"/>
                  <a:pt x="12000" y="56396"/>
                  <a:pt x="1537" y="129759"/>
                </a:cubicBezTo>
                <a:cubicBezTo>
                  <a:pt x="59" y="140104"/>
                  <a:pt x="7212" y="149681"/>
                  <a:pt x="17557" y="151159"/>
                </a:cubicBezTo>
                <a:cubicBezTo>
                  <a:pt x="27903" y="152636"/>
                  <a:pt x="37479" y="145424"/>
                  <a:pt x="38957" y="135138"/>
                </a:cubicBezTo>
                <a:close/>
                <a:moveTo>
                  <a:pt x="301135" y="172913"/>
                </a:moveTo>
                <a:cubicBezTo>
                  <a:pt x="302613" y="162568"/>
                  <a:pt x="295401" y="152991"/>
                  <a:pt x="285115" y="151513"/>
                </a:cubicBezTo>
                <a:cubicBezTo>
                  <a:pt x="274828" y="150035"/>
                  <a:pt x="265193" y="157247"/>
                  <a:pt x="263715" y="167534"/>
                </a:cubicBezTo>
                <a:cubicBezTo>
                  <a:pt x="255852" y="222511"/>
                  <a:pt x="208501" y="264779"/>
                  <a:pt x="151336" y="264779"/>
                </a:cubicBezTo>
                <a:cubicBezTo>
                  <a:pt x="120005" y="264779"/>
                  <a:pt x="91629" y="252069"/>
                  <a:pt x="71057" y="231556"/>
                </a:cubicBezTo>
                <a:cubicBezTo>
                  <a:pt x="70939" y="231438"/>
                  <a:pt x="70820" y="231319"/>
                  <a:pt x="70702" y="231201"/>
                </a:cubicBezTo>
                <a:lnTo>
                  <a:pt x="66209" y="226945"/>
                </a:lnTo>
                <a:lnTo>
                  <a:pt x="94526" y="226945"/>
                </a:lnTo>
                <a:cubicBezTo>
                  <a:pt x="104989" y="226945"/>
                  <a:pt x="113443" y="218491"/>
                  <a:pt x="113443" y="208028"/>
                </a:cubicBezTo>
                <a:cubicBezTo>
                  <a:pt x="113443" y="197564"/>
                  <a:pt x="104989" y="189111"/>
                  <a:pt x="94526" y="189111"/>
                </a:cubicBezTo>
                <a:lnTo>
                  <a:pt x="18917" y="189170"/>
                </a:lnTo>
                <a:cubicBezTo>
                  <a:pt x="13892" y="189170"/>
                  <a:pt x="9045" y="191180"/>
                  <a:pt x="5498" y="194786"/>
                </a:cubicBezTo>
                <a:cubicBezTo>
                  <a:pt x="1951" y="198392"/>
                  <a:pt x="-59" y="203180"/>
                  <a:pt x="0" y="208264"/>
                </a:cubicBezTo>
                <a:lnTo>
                  <a:pt x="591" y="283341"/>
                </a:lnTo>
                <a:cubicBezTo>
                  <a:pt x="650" y="293804"/>
                  <a:pt x="9222" y="302199"/>
                  <a:pt x="19685" y="302081"/>
                </a:cubicBezTo>
                <a:cubicBezTo>
                  <a:pt x="30149" y="301962"/>
                  <a:pt x="38543" y="293450"/>
                  <a:pt x="38425" y="282986"/>
                </a:cubicBezTo>
                <a:lnTo>
                  <a:pt x="38189" y="252542"/>
                </a:lnTo>
                <a:lnTo>
                  <a:pt x="44514" y="258512"/>
                </a:lnTo>
                <a:cubicBezTo>
                  <a:pt x="71885" y="285765"/>
                  <a:pt x="109659" y="302672"/>
                  <a:pt x="151336" y="302672"/>
                </a:cubicBezTo>
                <a:cubicBezTo>
                  <a:pt x="227595" y="302672"/>
                  <a:pt x="290671" y="246276"/>
                  <a:pt x="301135" y="172913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471322" y="2631561"/>
            <a:ext cx="1664695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简洁性原则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642" y="3287350"/>
            <a:ext cx="720106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少即是多。每页只传达一个核心观点,避免信息过载,让观众快速抓住重点。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9865" y="3791803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2" name="Text 10"/>
          <p:cNvSpPr/>
          <p:nvPr/>
        </p:nvSpPr>
        <p:spPr>
          <a:xfrm>
            <a:off x="1067759" y="3741358"/>
            <a:ext cx="3896900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6×6法则: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每页不超过6行,每行不超过6个词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9865" y="4195366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4" name="Text 12"/>
          <p:cNvSpPr/>
          <p:nvPr/>
        </p:nvSpPr>
        <p:spPr>
          <a:xfrm>
            <a:off x="1067759" y="4144921"/>
            <a:ext cx="3783398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留白艺术: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保持20%-25%留白,让内容呼吸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9865" y="4598928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6" name="Text 14"/>
          <p:cNvSpPr/>
          <p:nvPr/>
        </p:nvSpPr>
        <p:spPr>
          <a:xfrm>
            <a:off x="1067759" y="4548483"/>
            <a:ext cx="4098681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删减文字: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用关键词代替长句,用图表代替文字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657" y="5216887"/>
            <a:ext cx="7512147" cy="2732454"/>
          </a:xfrm>
          <a:custGeom>
            <a:avLst/>
            <a:gdLst/>
            <a:ahLst/>
            <a:cxnLst/>
            <a:rect l="l" t="t" r="r" b="b"/>
            <a:pathLst>
              <a:path w="7512147" h="2732454">
                <a:moveTo>
                  <a:pt x="100882" y="0"/>
                </a:moveTo>
                <a:lnTo>
                  <a:pt x="7411265" y="0"/>
                </a:lnTo>
                <a:cubicBezTo>
                  <a:pt x="7466980" y="0"/>
                  <a:pt x="7512147" y="45167"/>
                  <a:pt x="7512147" y="100882"/>
                </a:cubicBezTo>
                <a:lnTo>
                  <a:pt x="7512147" y="2631572"/>
                </a:lnTo>
                <a:cubicBezTo>
                  <a:pt x="7512147" y="2687288"/>
                  <a:pt x="7466980" y="2732454"/>
                  <a:pt x="7411265" y="2732454"/>
                </a:cubicBezTo>
                <a:lnTo>
                  <a:pt x="100882" y="2732454"/>
                </a:lnTo>
                <a:cubicBezTo>
                  <a:pt x="45167" y="2732454"/>
                  <a:pt x="0" y="2687288"/>
                  <a:pt x="0" y="2631572"/>
                </a:cubicBezTo>
                <a:lnTo>
                  <a:pt x="0" y="100882"/>
                </a:lnTo>
                <a:cubicBezTo>
                  <a:pt x="0" y="45204"/>
                  <a:pt x="45204" y="0"/>
                  <a:pt x="100882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4642" y="5422870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65978" y="5574206"/>
            <a:ext cx="302672" cy="302672"/>
          </a:xfrm>
          <a:custGeom>
            <a:avLst/>
            <a:gdLst/>
            <a:ahLst/>
            <a:cxnLst/>
            <a:rect l="l" t="t" r="r" b="b"/>
            <a:pathLst>
              <a:path w="302672" h="302672">
                <a:moveTo>
                  <a:pt x="137444" y="3074"/>
                </a:moveTo>
                <a:cubicBezTo>
                  <a:pt x="146252" y="-1005"/>
                  <a:pt x="156420" y="-1005"/>
                  <a:pt x="165228" y="3074"/>
                </a:cubicBezTo>
                <a:lnTo>
                  <a:pt x="294455" y="62781"/>
                </a:lnTo>
                <a:cubicBezTo>
                  <a:pt x="299480" y="65086"/>
                  <a:pt x="302672" y="70111"/>
                  <a:pt x="302672" y="75668"/>
                </a:cubicBezTo>
                <a:cubicBezTo>
                  <a:pt x="302672" y="81225"/>
                  <a:pt x="299480" y="86250"/>
                  <a:pt x="294455" y="88555"/>
                </a:cubicBezTo>
                <a:lnTo>
                  <a:pt x="165228" y="148262"/>
                </a:lnTo>
                <a:cubicBezTo>
                  <a:pt x="156420" y="152341"/>
                  <a:pt x="146252" y="152341"/>
                  <a:pt x="137444" y="148262"/>
                </a:cubicBezTo>
                <a:lnTo>
                  <a:pt x="8217" y="88555"/>
                </a:lnTo>
                <a:cubicBezTo>
                  <a:pt x="3192" y="86191"/>
                  <a:pt x="0" y="81166"/>
                  <a:pt x="0" y="75668"/>
                </a:cubicBezTo>
                <a:cubicBezTo>
                  <a:pt x="0" y="70170"/>
                  <a:pt x="3192" y="65086"/>
                  <a:pt x="8217" y="62781"/>
                </a:cubicBezTo>
                <a:lnTo>
                  <a:pt x="137444" y="3074"/>
                </a:lnTo>
                <a:close/>
                <a:moveTo>
                  <a:pt x="28435" y="129108"/>
                </a:moveTo>
                <a:lnTo>
                  <a:pt x="125562" y="173977"/>
                </a:lnTo>
                <a:cubicBezTo>
                  <a:pt x="141937" y="181544"/>
                  <a:pt x="160794" y="181544"/>
                  <a:pt x="177169" y="173977"/>
                </a:cubicBezTo>
                <a:lnTo>
                  <a:pt x="274296" y="129108"/>
                </a:lnTo>
                <a:lnTo>
                  <a:pt x="294455" y="138449"/>
                </a:lnTo>
                <a:cubicBezTo>
                  <a:pt x="299480" y="140754"/>
                  <a:pt x="302672" y="145779"/>
                  <a:pt x="302672" y="151336"/>
                </a:cubicBezTo>
                <a:cubicBezTo>
                  <a:pt x="302672" y="156893"/>
                  <a:pt x="299480" y="161918"/>
                  <a:pt x="294455" y="164223"/>
                </a:cubicBezTo>
                <a:lnTo>
                  <a:pt x="165228" y="223930"/>
                </a:lnTo>
                <a:cubicBezTo>
                  <a:pt x="156420" y="228009"/>
                  <a:pt x="146252" y="228009"/>
                  <a:pt x="137444" y="223930"/>
                </a:cubicBezTo>
                <a:lnTo>
                  <a:pt x="8217" y="164223"/>
                </a:lnTo>
                <a:cubicBezTo>
                  <a:pt x="3192" y="161858"/>
                  <a:pt x="0" y="156834"/>
                  <a:pt x="0" y="151336"/>
                </a:cubicBezTo>
                <a:cubicBezTo>
                  <a:pt x="0" y="145838"/>
                  <a:pt x="3192" y="140754"/>
                  <a:pt x="8217" y="138449"/>
                </a:cubicBezTo>
                <a:lnTo>
                  <a:pt x="28375" y="129108"/>
                </a:lnTo>
                <a:close/>
                <a:moveTo>
                  <a:pt x="8217" y="214117"/>
                </a:moveTo>
                <a:lnTo>
                  <a:pt x="28375" y="204776"/>
                </a:lnTo>
                <a:lnTo>
                  <a:pt x="125502" y="249645"/>
                </a:lnTo>
                <a:cubicBezTo>
                  <a:pt x="141877" y="257212"/>
                  <a:pt x="160735" y="257212"/>
                  <a:pt x="177110" y="249645"/>
                </a:cubicBezTo>
                <a:lnTo>
                  <a:pt x="274237" y="204776"/>
                </a:lnTo>
                <a:lnTo>
                  <a:pt x="294396" y="214117"/>
                </a:lnTo>
                <a:cubicBezTo>
                  <a:pt x="299420" y="216422"/>
                  <a:pt x="302613" y="221447"/>
                  <a:pt x="302613" y="227004"/>
                </a:cubicBezTo>
                <a:cubicBezTo>
                  <a:pt x="302613" y="232561"/>
                  <a:pt x="299420" y="237586"/>
                  <a:pt x="294396" y="239891"/>
                </a:cubicBezTo>
                <a:lnTo>
                  <a:pt x="165169" y="299598"/>
                </a:lnTo>
                <a:cubicBezTo>
                  <a:pt x="156361" y="303677"/>
                  <a:pt x="146193" y="303677"/>
                  <a:pt x="137385" y="299598"/>
                </a:cubicBezTo>
                <a:lnTo>
                  <a:pt x="8217" y="239891"/>
                </a:lnTo>
                <a:cubicBezTo>
                  <a:pt x="3192" y="237526"/>
                  <a:pt x="0" y="232502"/>
                  <a:pt x="0" y="227004"/>
                </a:cubicBezTo>
                <a:cubicBezTo>
                  <a:pt x="0" y="221506"/>
                  <a:pt x="3192" y="216422"/>
                  <a:pt x="8217" y="214117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0" name="Text 18"/>
          <p:cNvSpPr/>
          <p:nvPr/>
        </p:nvSpPr>
        <p:spPr>
          <a:xfrm>
            <a:off x="1471322" y="5523761"/>
            <a:ext cx="1664695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层次性原则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4642" y="6179550"/>
            <a:ext cx="720106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建立清晰的信息层级,引导观众视线,按重要性依次接收信息。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9865" y="6684003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3" name="Text 21"/>
          <p:cNvSpPr/>
          <p:nvPr/>
        </p:nvSpPr>
        <p:spPr>
          <a:xfrm>
            <a:off x="1067759" y="6633558"/>
            <a:ext cx="382123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标题-副标题-正文: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三级标题明确层级关系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9865" y="7087566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5" name="Text 23"/>
          <p:cNvSpPr/>
          <p:nvPr/>
        </p:nvSpPr>
        <p:spPr>
          <a:xfrm>
            <a:off x="1067759" y="7037120"/>
            <a:ext cx="3291556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大小对比: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标题字号是正文的1.5-2倍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9865" y="7491128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7" name="Text 25"/>
          <p:cNvSpPr/>
          <p:nvPr/>
        </p:nvSpPr>
        <p:spPr>
          <a:xfrm>
            <a:off x="1067759" y="7440683"/>
            <a:ext cx="3644673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视觉引导: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用颜色、箭头、数字引导视线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32306" y="2324688"/>
            <a:ext cx="7512147" cy="2732454"/>
          </a:xfrm>
          <a:custGeom>
            <a:avLst/>
            <a:gdLst/>
            <a:ahLst/>
            <a:cxnLst/>
            <a:rect l="l" t="t" r="r" b="b"/>
            <a:pathLst>
              <a:path w="7512147" h="2732454">
                <a:moveTo>
                  <a:pt x="100882" y="0"/>
                </a:moveTo>
                <a:lnTo>
                  <a:pt x="7411265" y="0"/>
                </a:lnTo>
                <a:cubicBezTo>
                  <a:pt x="7466980" y="0"/>
                  <a:pt x="7512147" y="45167"/>
                  <a:pt x="7512147" y="100882"/>
                </a:cubicBezTo>
                <a:lnTo>
                  <a:pt x="7512147" y="2631572"/>
                </a:lnTo>
                <a:cubicBezTo>
                  <a:pt x="7512147" y="2687288"/>
                  <a:pt x="7466980" y="2732454"/>
                  <a:pt x="7411265" y="2732454"/>
                </a:cubicBezTo>
                <a:lnTo>
                  <a:pt x="100882" y="2732454"/>
                </a:lnTo>
                <a:cubicBezTo>
                  <a:pt x="45167" y="2732454"/>
                  <a:pt x="0" y="2687288"/>
                  <a:pt x="0" y="2631572"/>
                </a:cubicBezTo>
                <a:lnTo>
                  <a:pt x="0" y="100882"/>
                </a:lnTo>
                <a:cubicBezTo>
                  <a:pt x="0" y="45204"/>
                  <a:pt x="45204" y="0"/>
                  <a:pt x="100882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8291" y="2530671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8608544" y="2682007"/>
            <a:ext cx="264838" cy="302672"/>
          </a:xfrm>
          <a:custGeom>
            <a:avLst/>
            <a:gdLst/>
            <a:ahLst/>
            <a:cxnLst/>
            <a:rect l="l" t="t" r="r" b="b"/>
            <a:pathLst>
              <a:path w="264838" h="302672">
                <a:moveTo>
                  <a:pt x="18917" y="75668"/>
                </a:moveTo>
                <a:cubicBezTo>
                  <a:pt x="8454" y="75668"/>
                  <a:pt x="0" y="84121"/>
                  <a:pt x="0" y="94585"/>
                </a:cubicBezTo>
                <a:cubicBezTo>
                  <a:pt x="0" y="105048"/>
                  <a:pt x="8454" y="113502"/>
                  <a:pt x="18917" y="113502"/>
                </a:cubicBezTo>
                <a:lnTo>
                  <a:pt x="245921" y="113502"/>
                </a:lnTo>
                <a:cubicBezTo>
                  <a:pt x="256384" y="113502"/>
                  <a:pt x="264838" y="105048"/>
                  <a:pt x="264838" y="94585"/>
                </a:cubicBezTo>
                <a:cubicBezTo>
                  <a:pt x="264838" y="84121"/>
                  <a:pt x="256384" y="75668"/>
                  <a:pt x="245921" y="75668"/>
                </a:cubicBezTo>
                <a:lnTo>
                  <a:pt x="18917" y="75668"/>
                </a:lnTo>
                <a:close/>
                <a:moveTo>
                  <a:pt x="18917" y="189170"/>
                </a:moveTo>
                <a:cubicBezTo>
                  <a:pt x="8454" y="189170"/>
                  <a:pt x="0" y="197623"/>
                  <a:pt x="0" y="208087"/>
                </a:cubicBezTo>
                <a:cubicBezTo>
                  <a:pt x="0" y="218550"/>
                  <a:pt x="8454" y="227004"/>
                  <a:pt x="18917" y="227004"/>
                </a:cubicBezTo>
                <a:lnTo>
                  <a:pt x="245921" y="227004"/>
                </a:lnTo>
                <a:cubicBezTo>
                  <a:pt x="256384" y="227004"/>
                  <a:pt x="264838" y="218550"/>
                  <a:pt x="264838" y="208087"/>
                </a:cubicBezTo>
                <a:cubicBezTo>
                  <a:pt x="264838" y="197623"/>
                  <a:pt x="256384" y="189170"/>
                  <a:pt x="245921" y="189170"/>
                </a:cubicBezTo>
                <a:lnTo>
                  <a:pt x="18917" y="18917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31" name="Text 29"/>
          <p:cNvSpPr/>
          <p:nvPr/>
        </p:nvSpPr>
        <p:spPr>
          <a:xfrm>
            <a:off x="9194971" y="2631561"/>
            <a:ext cx="1664695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一致性原则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38291" y="3287350"/>
            <a:ext cx="720106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保持整套演示文稿的视觉统一,建立品牌专业形象,减少认知负担。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63514" y="3791803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4" name="Text 32"/>
          <p:cNvSpPr/>
          <p:nvPr/>
        </p:nvSpPr>
        <p:spPr>
          <a:xfrm>
            <a:off x="8791409" y="3741358"/>
            <a:ext cx="315283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统一字体: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整套演示不超过2种字体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63514" y="4195366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6" name="Text 34"/>
          <p:cNvSpPr/>
          <p:nvPr/>
        </p:nvSpPr>
        <p:spPr>
          <a:xfrm>
            <a:off x="8791409" y="4144921"/>
            <a:ext cx="3619451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统一配色: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使用品牌色板,保持3-4种颜色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63514" y="4598928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8" name="Text 36"/>
          <p:cNvSpPr/>
          <p:nvPr/>
        </p:nvSpPr>
        <p:spPr>
          <a:xfrm>
            <a:off x="8791409" y="4548483"/>
            <a:ext cx="3644673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统一版式: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使用母版页保持页面布局一致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32306" y="5216887"/>
            <a:ext cx="7512147" cy="2732454"/>
          </a:xfrm>
          <a:custGeom>
            <a:avLst/>
            <a:gdLst/>
            <a:ahLst/>
            <a:cxnLst/>
            <a:rect l="l" t="t" r="r" b="b"/>
            <a:pathLst>
              <a:path w="7512147" h="2732454">
                <a:moveTo>
                  <a:pt x="100882" y="0"/>
                </a:moveTo>
                <a:lnTo>
                  <a:pt x="7411265" y="0"/>
                </a:lnTo>
                <a:cubicBezTo>
                  <a:pt x="7466980" y="0"/>
                  <a:pt x="7512147" y="45167"/>
                  <a:pt x="7512147" y="100882"/>
                </a:cubicBezTo>
                <a:lnTo>
                  <a:pt x="7512147" y="2631572"/>
                </a:lnTo>
                <a:cubicBezTo>
                  <a:pt x="7512147" y="2687288"/>
                  <a:pt x="7466980" y="2732454"/>
                  <a:pt x="7411265" y="2732454"/>
                </a:cubicBezTo>
                <a:lnTo>
                  <a:pt x="100882" y="2732454"/>
                </a:lnTo>
                <a:cubicBezTo>
                  <a:pt x="45167" y="2732454"/>
                  <a:pt x="0" y="2687288"/>
                  <a:pt x="0" y="2631572"/>
                </a:cubicBezTo>
                <a:lnTo>
                  <a:pt x="0" y="100882"/>
                </a:lnTo>
                <a:cubicBezTo>
                  <a:pt x="0" y="45204"/>
                  <a:pt x="45204" y="0"/>
                  <a:pt x="100882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38291" y="5422870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570710" y="5574206"/>
            <a:ext cx="340506" cy="302672"/>
          </a:xfrm>
          <a:custGeom>
            <a:avLst/>
            <a:gdLst/>
            <a:ahLst/>
            <a:cxnLst/>
            <a:rect l="l" t="t" r="r" b="b"/>
            <a:pathLst>
              <a:path w="340506" h="302672">
                <a:moveTo>
                  <a:pt x="302908" y="141877"/>
                </a:moveTo>
                <a:lnTo>
                  <a:pt x="198865" y="141877"/>
                </a:lnTo>
                <a:cubicBezTo>
                  <a:pt x="188401" y="141877"/>
                  <a:pt x="179948" y="133424"/>
                  <a:pt x="179948" y="122960"/>
                </a:cubicBezTo>
                <a:lnTo>
                  <a:pt x="179948" y="18917"/>
                </a:lnTo>
                <a:cubicBezTo>
                  <a:pt x="179948" y="8454"/>
                  <a:pt x="188461" y="-118"/>
                  <a:pt x="198806" y="1241"/>
                </a:cubicBezTo>
                <a:cubicBezTo>
                  <a:pt x="262059" y="9636"/>
                  <a:pt x="312189" y="59766"/>
                  <a:pt x="320584" y="123020"/>
                </a:cubicBezTo>
                <a:cubicBezTo>
                  <a:pt x="321944" y="133365"/>
                  <a:pt x="313372" y="141877"/>
                  <a:pt x="302908" y="141877"/>
                </a:cubicBezTo>
                <a:close/>
                <a:moveTo>
                  <a:pt x="131591" y="21991"/>
                </a:moveTo>
                <a:cubicBezTo>
                  <a:pt x="142291" y="19745"/>
                  <a:pt x="151572" y="28494"/>
                  <a:pt x="151572" y="39430"/>
                </a:cubicBezTo>
                <a:lnTo>
                  <a:pt x="151572" y="156065"/>
                </a:lnTo>
                <a:cubicBezTo>
                  <a:pt x="151572" y="159376"/>
                  <a:pt x="152755" y="162568"/>
                  <a:pt x="154824" y="165110"/>
                </a:cubicBezTo>
                <a:lnTo>
                  <a:pt x="232915" y="259340"/>
                </a:lnTo>
                <a:cubicBezTo>
                  <a:pt x="239832" y="267675"/>
                  <a:pt x="238354" y="280267"/>
                  <a:pt x="228836" y="285410"/>
                </a:cubicBezTo>
                <a:cubicBezTo>
                  <a:pt x="208678" y="296406"/>
                  <a:pt x="185564" y="302672"/>
                  <a:pt x="161031" y="302672"/>
                </a:cubicBezTo>
                <a:cubicBezTo>
                  <a:pt x="82703" y="302672"/>
                  <a:pt x="19153" y="239123"/>
                  <a:pt x="19153" y="160794"/>
                </a:cubicBezTo>
                <a:cubicBezTo>
                  <a:pt x="19153" y="92516"/>
                  <a:pt x="67333" y="35528"/>
                  <a:pt x="131591" y="21991"/>
                </a:cubicBezTo>
                <a:close/>
                <a:moveTo>
                  <a:pt x="282454" y="170253"/>
                </a:moveTo>
                <a:lnTo>
                  <a:pt x="320288" y="170253"/>
                </a:lnTo>
                <a:cubicBezTo>
                  <a:pt x="331225" y="170253"/>
                  <a:pt x="339974" y="179534"/>
                  <a:pt x="337727" y="190234"/>
                </a:cubicBezTo>
                <a:cubicBezTo>
                  <a:pt x="331698" y="218846"/>
                  <a:pt x="317037" y="244266"/>
                  <a:pt x="296583" y="263656"/>
                </a:cubicBezTo>
                <a:cubicBezTo>
                  <a:pt x="289312" y="270572"/>
                  <a:pt x="277902" y="269094"/>
                  <a:pt x="271518" y="261350"/>
                </a:cubicBezTo>
                <a:lnTo>
                  <a:pt x="221624" y="201229"/>
                </a:lnTo>
                <a:cubicBezTo>
                  <a:pt x="211397" y="188874"/>
                  <a:pt x="220206" y="170253"/>
                  <a:pt x="236167" y="170253"/>
                </a:cubicBezTo>
                <a:lnTo>
                  <a:pt x="282395" y="170253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42" name="Text 40"/>
          <p:cNvSpPr/>
          <p:nvPr/>
        </p:nvSpPr>
        <p:spPr>
          <a:xfrm>
            <a:off x="9194971" y="5523761"/>
            <a:ext cx="1664695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可视化原则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38291" y="6179550"/>
            <a:ext cx="720106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一图胜千言。用图表、图片、图标代替冗长文字,提升信息传达效率。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63514" y="6684003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5" name="Text 43"/>
          <p:cNvSpPr/>
          <p:nvPr/>
        </p:nvSpPr>
        <p:spPr>
          <a:xfrm>
            <a:off x="8791409" y="6633558"/>
            <a:ext cx="4552689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图表选择: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柱状图比大小,折线图看趋势,饼图显占比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63514" y="7087566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7" name="Text 45"/>
          <p:cNvSpPr/>
          <p:nvPr/>
        </p:nvSpPr>
        <p:spPr>
          <a:xfrm>
            <a:off x="8791409" y="7037120"/>
            <a:ext cx="3695119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图片质量: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使用高清图片,避免模糊和拉伸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63514" y="7491128"/>
            <a:ext cx="201781" cy="201781"/>
          </a:xfrm>
          <a:custGeom>
            <a:avLst/>
            <a:gdLst/>
            <a:ahLst/>
            <a:cxnLst/>
            <a:rect l="l" t="t" r="r" b="b"/>
            <a:pathLst>
              <a:path w="201781" h="201781">
                <a:moveTo>
                  <a:pt x="100891" y="201781"/>
                </a:moveTo>
                <a:cubicBezTo>
                  <a:pt x="156574" y="201781"/>
                  <a:pt x="201781" y="156574"/>
                  <a:pt x="201781" y="100891"/>
                </a:cubicBezTo>
                <a:cubicBezTo>
                  <a:pt x="201781" y="45208"/>
                  <a:pt x="156574" y="0"/>
                  <a:pt x="100891" y="0"/>
                </a:cubicBezTo>
                <a:cubicBezTo>
                  <a:pt x="45208" y="0"/>
                  <a:pt x="0" y="45208"/>
                  <a:pt x="0" y="100891"/>
                </a:cubicBezTo>
                <a:cubicBezTo>
                  <a:pt x="0" y="156574"/>
                  <a:pt x="45208" y="201781"/>
                  <a:pt x="100891" y="201781"/>
                </a:cubicBezTo>
                <a:close/>
                <a:moveTo>
                  <a:pt x="134153" y="83826"/>
                </a:moveTo>
                <a:lnTo>
                  <a:pt x="102625" y="134271"/>
                </a:lnTo>
                <a:cubicBezTo>
                  <a:pt x="100969" y="136912"/>
                  <a:pt x="98132" y="138567"/>
                  <a:pt x="95018" y="138725"/>
                </a:cubicBezTo>
                <a:cubicBezTo>
                  <a:pt x="91905" y="138882"/>
                  <a:pt x="88910" y="137463"/>
                  <a:pt x="87058" y="134941"/>
                </a:cubicBezTo>
                <a:lnTo>
                  <a:pt x="68141" y="109719"/>
                </a:lnTo>
                <a:cubicBezTo>
                  <a:pt x="64988" y="105541"/>
                  <a:pt x="65855" y="99629"/>
                  <a:pt x="70032" y="96477"/>
                </a:cubicBezTo>
                <a:cubicBezTo>
                  <a:pt x="74210" y="93324"/>
                  <a:pt x="80121" y="94191"/>
                  <a:pt x="83274" y="98368"/>
                </a:cubicBezTo>
                <a:lnTo>
                  <a:pt x="93915" y="112556"/>
                </a:lnTo>
                <a:lnTo>
                  <a:pt x="118113" y="73816"/>
                </a:lnTo>
                <a:cubicBezTo>
                  <a:pt x="120872" y="69402"/>
                  <a:pt x="126704" y="68022"/>
                  <a:pt x="131158" y="70820"/>
                </a:cubicBezTo>
                <a:cubicBezTo>
                  <a:pt x="135611" y="73619"/>
                  <a:pt x="136951" y="79412"/>
                  <a:pt x="134153" y="8386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9" name="Text 47"/>
          <p:cNvSpPr/>
          <p:nvPr/>
        </p:nvSpPr>
        <p:spPr>
          <a:xfrm>
            <a:off x="8791409" y="7440683"/>
            <a:ext cx="3241111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图标使用: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用线性图标保持简洁统一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9676" y="8155322"/>
            <a:ext cx="4956251" cy="983683"/>
          </a:xfrm>
          <a:custGeom>
            <a:avLst/>
            <a:gdLst/>
            <a:ahLst/>
            <a:cxnLst/>
            <a:rect l="l" t="t" r="r" b="b"/>
            <a:pathLst>
              <a:path w="4956251" h="983683">
                <a:moveTo>
                  <a:pt x="50445" y="0"/>
                </a:moveTo>
                <a:lnTo>
                  <a:pt x="4855365" y="0"/>
                </a:lnTo>
                <a:cubicBezTo>
                  <a:pt x="4911083" y="0"/>
                  <a:pt x="4956251" y="45168"/>
                  <a:pt x="4956251" y="100887"/>
                </a:cubicBezTo>
                <a:lnTo>
                  <a:pt x="4956251" y="882797"/>
                </a:lnTo>
                <a:cubicBezTo>
                  <a:pt x="4956251" y="938515"/>
                  <a:pt x="4911083" y="983683"/>
                  <a:pt x="4855365" y="983683"/>
                </a:cubicBez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529676" y="8155322"/>
            <a:ext cx="50445" cy="983683"/>
          </a:xfrm>
          <a:custGeom>
            <a:avLst/>
            <a:gdLst/>
            <a:ahLst/>
            <a:cxnLst/>
            <a:rect l="l" t="t" r="r" b="b"/>
            <a:pathLst>
              <a:path w="50445" h="983683">
                <a:moveTo>
                  <a:pt x="50445" y="0"/>
                </a:moveTo>
                <a:lnTo>
                  <a:pt x="50445" y="0"/>
                </a:lnTo>
                <a:lnTo>
                  <a:pt x="50445" y="983683"/>
                </a:ln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2" name="Shape 50"/>
          <p:cNvSpPr/>
          <p:nvPr/>
        </p:nvSpPr>
        <p:spPr>
          <a:xfrm>
            <a:off x="737763" y="8369715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227004" y="113502"/>
                </a:moveTo>
                <a:cubicBezTo>
                  <a:pt x="227004" y="113901"/>
                  <a:pt x="227004" y="114300"/>
                  <a:pt x="227004" y="114699"/>
                </a:cubicBezTo>
                <a:cubicBezTo>
                  <a:pt x="226827" y="130882"/>
                  <a:pt x="212107" y="141877"/>
                  <a:pt x="195924" y="141877"/>
                </a:cubicBezTo>
                <a:lnTo>
                  <a:pt x="152518" y="141877"/>
                </a:lnTo>
                <a:cubicBezTo>
                  <a:pt x="140769" y="141877"/>
                  <a:pt x="131237" y="151410"/>
                  <a:pt x="131237" y="163159"/>
                </a:cubicBezTo>
                <a:cubicBezTo>
                  <a:pt x="131237" y="164666"/>
                  <a:pt x="131414" y="166130"/>
                  <a:pt x="131680" y="167548"/>
                </a:cubicBezTo>
                <a:cubicBezTo>
                  <a:pt x="132611" y="172071"/>
                  <a:pt x="134562" y="176416"/>
                  <a:pt x="136468" y="180805"/>
                </a:cubicBezTo>
                <a:cubicBezTo>
                  <a:pt x="139173" y="186924"/>
                  <a:pt x="141833" y="192998"/>
                  <a:pt x="141833" y="199426"/>
                </a:cubicBezTo>
                <a:cubicBezTo>
                  <a:pt x="141833" y="213526"/>
                  <a:pt x="132256" y="226339"/>
                  <a:pt x="118157" y="226915"/>
                </a:cubicBezTo>
                <a:cubicBezTo>
                  <a:pt x="116606" y="226960"/>
                  <a:pt x="115054" y="227004"/>
                  <a:pt x="113458" y="227004"/>
                </a:cubicBezTo>
                <a:cubicBezTo>
                  <a:pt x="50766" y="227004"/>
                  <a:pt x="-44" y="176194"/>
                  <a:pt x="-44" y="113502"/>
                </a:cubicBezTo>
                <a:cubicBezTo>
                  <a:pt x="-44" y="50810"/>
                  <a:pt x="50810" y="0"/>
                  <a:pt x="113502" y="0"/>
                </a:cubicBezTo>
                <a:cubicBezTo>
                  <a:pt x="176194" y="0"/>
                  <a:pt x="227004" y="50810"/>
                  <a:pt x="227004" y="113502"/>
                </a:cubicBezTo>
                <a:close/>
                <a:moveTo>
                  <a:pt x="56751" y="127690"/>
                </a:moveTo>
                <a:cubicBezTo>
                  <a:pt x="56751" y="119859"/>
                  <a:pt x="50394" y="113502"/>
                  <a:pt x="42563" y="113502"/>
                </a:cubicBezTo>
                <a:cubicBezTo>
                  <a:pt x="34733" y="113502"/>
                  <a:pt x="28375" y="119859"/>
                  <a:pt x="28375" y="127690"/>
                </a:cubicBezTo>
                <a:cubicBezTo>
                  <a:pt x="28375" y="135520"/>
                  <a:pt x="34733" y="141877"/>
                  <a:pt x="42563" y="141877"/>
                </a:cubicBezTo>
                <a:cubicBezTo>
                  <a:pt x="50394" y="141877"/>
                  <a:pt x="56751" y="135520"/>
                  <a:pt x="56751" y="127690"/>
                </a:cubicBezTo>
                <a:close/>
                <a:moveTo>
                  <a:pt x="56751" y="85126"/>
                </a:moveTo>
                <a:cubicBezTo>
                  <a:pt x="64581" y="85126"/>
                  <a:pt x="70939" y="78769"/>
                  <a:pt x="70939" y="70939"/>
                </a:cubicBezTo>
                <a:cubicBezTo>
                  <a:pt x="70939" y="63108"/>
                  <a:pt x="64581" y="56751"/>
                  <a:pt x="56751" y="56751"/>
                </a:cubicBezTo>
                <a:cubicBezTo>
                  <a:pt x="48921" y="56751"/>
                  <a:pt x="42563" y="63108"/>
                  <a:pt x="42563" y="70939"/>
                </a:cubicBezTo>
                <a:cubicBezTo>
                  <a:pt x="42563" y="78769"/>
                  <a:pt x="48921" y="85126"/>
                  <a:pt x="56751" y="85126"/>
                </a:cubicBezTo>
                <a:close/>
                <a:moveTo>
                  <a:pt x="127690" y="42563"/>
                </a:moveTo>
                <a:cubicBezTo>
                  <a:pt x="127690" y="34733"/>
                  <a:pt x="121332" y="28375"/>
                  <a:pt x="113502" y="28375"/>
                </a:cubicBezTo>
                <a:cubicBezTo>
                  <a:pt x="105672" y="28375"/>
                  <a:pt x="99314" y="34733"/>
                  <a:pt x="99314" y="42563"/>
                </a:cubicBezTo>
                <a:cubicBezTo>
                  <a:pt x="99314" y="50394"/>
                  <a:pt x="105672" y="56751"/>
                  <a:pt x="113502" y="56751"/>
                </a:cubicBezTo>
                <a:cubicBezTo>
                  <a:pt x="121332" y="56751"/>
                  <a:pt x="127690" y="50394"/>
                  <a:pt x="127690" y="42563"/>
                </a:cubicBezTo>
                <a:close/>
                <a:moveTo>
                  <a:pt x="170253" y="85126"/>
                </a:moveTo>
                <a:cubicBezTo>
                  <a:pt x="178083" y="85126"/>
                  <a:pt x="184441" y="78769"/>
                  <a:pt x="184441" y="70939"/>
                </a:cubicBezTo>
                <a:cubicBezTo>
                  <a:pt x="184441" y="63108"/>
                  <a:pt x="178083" y="56751"/>
                  <a:pt x="170253" y="56751"/>
                </a:cubicBezTo>
                <a:cubicBezTo>
                  <a:pt x="162422" y="56751"/>
                  <a:pt x="156065" y="63108"/>
                  <a:pt x="156065" y="70939"/>
                </a:cubicBezTo>
                <a:cubicBezTo>
                  <a:pt x="156065" y="78769"/>
                  <a:pt x="162422" y="85126"/>
                  <a:pt x="170253" y="8512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53" name="Text 51"/>
          <p:cNvSpPr/>
          <p:nvPr/>
        </p:nvSpPr>
        <p:spPr>
          <a:xfrm>
            <a:off x="1090880" y="8306658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配色方案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6234" y="8710221"/>
            <a:ext cx="4729247" cy="277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使用专业配色工具,确保颜色和谐统一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1960" y="8155322"/>
            <a:ext cx="4956251" cy="983683"/>
          </a:xfrm>
          <a:custGeom>
            <a:avLst/>
            <a:gdLst/>
            <a:ahLst/>
            <a:cxnLst/>
            <a:rect l="l" t="t" r="r" b="b"/>
            <a:pathLst>
              <a:path w="4956251" h="983683">
                <a:moveTo>
                  <a:pt x="50445" y="0"/>
                </a:moveTo>
                <a:lnTo>
                  <a:pt x="4855365" y="0"/>
                </a:lnTo>
                <a:cubicBezTo>
                  <a:pt x="4911083" y="0"/>
                  <a:pt x="4956251" y="45168"/>
                  <a:pt x="4956251" y="100887"/>
                </a:cubicBezTo>
                <a:lnTo>
                  <a:pt x="4956251" y="882797"/>
                </a:lnTo>
                <a:cubicBezTo>
                  <a:pt x="4956251" y="938515"/>
                  <a:pt x="4911083" y="983683"/>
                  <a:pt x="4855365" y="983683"/>
                </a:cubicBez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5661960" y="8155322"/>
            <a:ext cx="50445" cy="983683"/>
          </a:xfrm>
          <a:custGeom>
            <a:avLst/>
            <a:gdLst/>
            <a:ahLst/>
            <a:cxnLst/>
            <a:rect l="l" t="t" r="r" b="b"/>
            <a:pathLst>
              <a:path w="50445" h="983683">
                <a:moveTo>
                  <a:pt x="50445" y="0"/>
                </a:moveTo>
                <a:lnTo>
                  <a:pt x="50445" y="0"/>
                </a:lnTo>
                <a:lnTo>
                  <a:pt x="50445" y="983683"/>
                </a:ln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7" name="Shape 55"/>
          <p:cNvSpPr/>
          <p:nvPr/>
        </p:nvSpPr>
        <p:spPr>
          <a:xfrm>
            <a:off x="5870047" y="8369715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26404" y="22479"/>
                </a:moveTo>
                <a:cubicBezTo>
                  <a:pt x="124098" y="17424"/>
                  <a:pt x="119044" y="14188"/>
                  <a:pt x="113502" y="14188"/>
                </a:cubicBezTo>
                <a:cubicBezTo>
                  <a:pt x="107960" y="14188"/>
                  <a:pt x="102905" y="17424"/>
                  <a:pt x="100600" y="22479"/>
                </a:cubicBezTo>
                <a:lnTo>
                  <a:pt x="26380" y="184441"/>
                </a:lnTo>
                <a:lnTo>
                  <a:pt x="21282" y="184441"/>
                </a:lnTo>
                <a:cubicBezTo>
                  <a:pt x="13434" y="184441"/>
                  <a:pt x="7094" y="190781"/>
                  <a:pt x="7094" y="198628"/>
                </a:cubicBezTo>
                <a:cubicBezTo>
                  <a:pt x="7094" y="206476"/>
                  <a:pt x="13434" y="212816"/>
                  <a:pt x="21282" y="212816"/>
                </a:cubicBezTo>
                <a:lnTo>
                  <a:pt x="60298" y="212816"/>
                </a:lnTo>
                <a:cubicBezTo>
                  <a:pt x="68146" y="212816"/>
                  <a:pt x="74486" y="206476"/>
                  <a:pt x="74486" y="198628"/>
                </a:cubicBezTo>
                <a:cubicBezTo>
                  <a:pt x="74486" y="190781"/>
                  <a:pt x="68146" y="184441"/>
                  <a:pt x="60298" y="184441"/>
                </a:cubicBezTo>
                <a:lnTo>
                  <a:pt x="57593" y="184441"/>
                </a:lnTo>
                <a:lnTo>
                  <a:pt x="67347" y="163159"/>
                </a:lnTo>
                <a:lnTo>
                  <a:pt x="159701" y="163159"/>
                </a:lnTo>
                <a:lnTo>
                  <a:pt x="169455" y="184441"/>
                </a:lnTo>
                <a:lnTo>
                  <a:pt x="166750" y="184441"/>
                </a:lnTo>
                <a:cubicBezTo>
                  <a:pt x="158903" y="184441"/>
                  <a:pt x="152563" y="190781"/>
                  <a:pt x="152563" y="198628"/>
                </a:cubicBezTo>
                <a:cubicBezTo>
                  <a:pt x="152563" y="206476"/>
                  <a:pt x="158903" y="212816"/>
                  <a:pt x="166750" y="212816"/>
                </a:cubicBezTo>
                <a:lnTo>
                  <a:pt x="205767" y="212816"/>
                </a:lnTo>
                <a:cubicBezTo>
                  <a:pt x="213614" y="212816"/>
                  <a:pt x="219954" y="206476"/>
                  <a:pt x="219954" y="198628"/>
                </a:cubicBezTo>
                <a:cubicBezTo>
                  <a:pt x="219954" y="190781"/>
                  <a:pt x="213614" y="184441"/>
                  <a:pt x="205767" y="184441"/>
                </a:cubicBezTo>
                <a:lnTo>
                  <a:pt x="200668" y="184441"/>
                </a:lnTo>
                <a:lnTo>
                  <a:pt x="126448" y="22479"/>
                </a:lnTo>
                <a:close/>
                <a:moveTo>
                  <a:pt x="146666" y="134784"/>
                </a:moveTo>
                <a:lnTo>
                  <a:pt x="80338" y="134784"/>
                </a:lnTo>
                <a:lnTo>
                  <a:pt x="113502" y="62426"/>
                </a:lnTo>
                <a:lnTo>
                  <a:pt x="146666" y="134784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58" name="Text 56"/>
          <p:cNvSpPr/>
          <p:nvPr/>
        </p:nvSpPr>
        <p:spPr>
          <a:xfrm>
            <a:off x="6223164" y="8306658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字体选择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838519" y="8710221"/>
            <a:ext cx="4729247" cy="277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标题用无衬线体,正文用衬线体,确保可读性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794245" y="8155322"/>
            <a:ext cx="4956251" cy="983683"/>
          </a:xfrm>
          <a:custGeom>
            <a:avLst/>
            <a:gdLst/>
            <a:ahLst/>
            <a:cxnLst/>
            <a:rect l="l" t="t" r="r" b="b"/>
            <a:pathLst>
              <a:path w="4956251" h="983683">
                <a:moveTo>
                  <a:pt x="50445" y="0"/>
                </a:moveTo>
                <a:lnTo>
                  <a:pt x="4855365" y="0"/>
                </a:lnTo>
                <a:cubicBezTo>
                  <a:pt x="4911083" y="0"/>
                  <a:pt x="4956251" y="45168"/>
                  <a:pt x="4956251" y="100887"/>
                </a:cubicBezTo>
                <a:lnTo>
                  <a:pt x="4956251" y="882797"/>
                </a:lnTo>
                <a:cubicBezTo>
                  <a:pt x="4956251" y="938515"/>
                  <a:pt x="4911083" y="983683"/>
                  <a:pt x="4855365" y="983683"/>
                </a:cubicBez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61" name="Shape 59"/>
          <p:cNvSpPr/>
          <p:nvPr/>
        </p:nvSpPr>
        <p:spPr>
          <a:xfrm>
            <a:off x="10794245" y="8155322"/>
            <a:ext cx="50445" cy="983683"/>
          </a:xfrm>
          <a:custGeom>
            <a:avLst/>
            <a:gdLst/>
            <a:ahLst/>
            <a:cxnLst/>
            <a:rect l="l" t="t" r="r" b="b"/>
            <a:pathLst>
              <a:path w="50445" h="983683">
                <a:moveTo>
                  <a:pt x="50445" y="0"/>
                </a:moveTo>
                <a:lnTo>
                  <a:pt x="50445" y="0"/>
                </a:lnTo>
                <a:lnTo>
                  <a:pt x="50445" y="983683"/>
                </a:lnTo>
                <a:lnTo>
                  <a:pt x="50445" y="983683"/>
                </a:lnTo>
                <a:cubicBezTo>
                  <a:pt x="22585" y="983683"/>
                  <a:pt x="0" y="961098"/>
                  <a:pt x="0" y="93323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2" name="Shape 60"/>
          <p:cNvSpPr/>
          <p:nvPr/>
        </p:nvSpPr>
        <p:spPr>
          <a:xfrm>
            <a:off x="11016520" y="8369715"/>
            <a:ext cx="198628" cy="227004"/>
          </a:xfrm>
          <a:custGeom>
            <a:avLst/>
            <a:gdLst/>
            <a:ahLst/>
            <a:cxnLst/>
            <a:rect l="l" t="t" r="r" b="b"/>
            <a:pathLst>
              <a:path w="198628" h="227004">
                <a:moveTo>
                  <a:pt x="170253" y="42563"/>
                </a:moveTo>
                <a:lnTo>
                  <a:pt x="113502" y="42563"/>
                </a:lnTo>
                <a:lnTo>
                  <a:pt x="113502" y="99314"/>
                </a:lnTo>
                <a:lnTo>
                  <a:pt x="170253" y="99314"/>
                </a:lnTo>
                <a:lnTo>
                  <a:pt x="170253" y="42563"/>
                </a:lnTo>
                <a:close/>
                <a:moveTo>
                  <a:pt x="198628" y="99314"/>
                </a:moveTo>
                <a:lnTo>
                  <a:pt x="198628" y="184441"/>
                </a:lnTo>
                <a:cubicBezTo>
                  <a:pt x="198628" y="200092"/>
                  <a:pt x="185904" y="212816"/>
                  <a:pt x="170253" y="212816"/>
                </a:cubicBezTo>
                <a:lnTo>
                  <a:pt x="28375" y="212816"/>
                </a:lnTo>
                <a:cubicBezTo>
                  <a:pt x="12725" y="212816"/>
                  <a:pt x="0" y="200092"/>
                  <a:pt x="0" y="184441"/>
                </a:cubicBezTo>
                <a:lnTo>
                  <a:pt x="0" y="42563"/>
                </a:lnTo>
                <a:cubicBezTo>
                  <a:pt x="0" y="26912"/>
                  <a:pt x="12725" y="14188"/>
                  <a:pt x="28375" y="14188"/>
                </a:cubicBezTo>
                <a:lnTo>
                  <a:pt x="170253" y="14188"/>
                </a:lnTo>
                <a:cubicBezTo>
                  <a:pt x="185904" y="14188"/>
                  <a:pt x="198628" y="26912"/>
                  <a:pt x="198628" y="42563"/>
                </a:cubicBezTo>
                <a:lnTo>
                  <a:pt x="198628" y="99314"/>
                </a:lnTo>
                <a:close/>
                <a:moveTo>
                  <a:pt x="28375" y="127690"/>
                </a:moveTo>
                <a:lnTo>
                  <a:pt x="28375" y="184441"/>
                </a:lnTo>
                <a:lnTo>
                  <a:pt x="85126" y="184441"/>
                </a:lnTo>
                <a:lnTo>
                  <a:pt x="85126" y="127690"/>
                </a:lnTo>
                <a:lnTo>
                  <a:pt x="28375" y="127690"/>
                </a:lnTo>
                <a:close/>
                <a:moveTo>
                  <a:pt x="85126" y="99314"/>
                </a:moveTo>
                <a:lnTo>
                  <a:pt x="85126" y="42563"/>
                </a:lnTo>
                <a:lnTo>
                  <a:pt x="28375" y="42563"/>
                </a:lnTo>
                <a:lnTo>
                  <a:pt x="28375" y="99314"/>
                </a:lnTo>
                <a:lnTo>
                  <a:pt x="85126" y="99314"/>
                </a:lnTo>
                <a:close/>
                <a:moveTo>
                  <a:pt x="113502" y="127690"/>
                </a:moveTo>
                <a:lnTo>
                  <a:pt x="113502" y="184441"/>
                </a:lnTo>
                <a:lnTo>
                  <a:pt x="170253" y="184441"/>
                </a:lnTo>
                <a:lnTo>
                  <a:pt x="170253" y="127690"/>
                </a:lnTo>
                <a:lnTo>
                  <a:pt x="113502" y="12769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63" name="Text 61"/>
          <p:cNvSpPr/>
          <p:nvPr/>
        </p:nvSpPr>
        <p:spPr>
          <a:xfrm>
            <a:off x="11355449" y="8306658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版式设计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970803" y="8710221"/>
            <a:ext cx="4729247" cy="2774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使用网格系统,确保元素对齐和视觉平衡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730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ADVANCED TECHNIQUES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12776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高级技巧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1099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让演示制作更加专业和高效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341033"/>
            <a:ext cx="5380567" cy="3348567"/>
          </a:xfrm>
          <a:custGeom>
            <a:avLst/>
            <a:gdLst/>
            <a:ahLst/>
            <a:cxnLst/>
            <a:rect l="l" t="t" r="r" b="b"/>
            <a:pathLst>
              <a:path w="5380567" h="3348567">
                <a:moveTo>
                  <a:pt x="101596" y="0"/>
                </a:moveTo>
                <a:lnTo>
                  <a:pt x="5278971" y="0"/>
                </a:lnTo>
                <a:cubicBezTo>
                  <a:pt x="5335081" y="0"/>
                  <a:pt x="5380567" y="45486"/>
                  <a:pt x="5380567" y="101596"/>
                </a:cubicBezTo>
                <a:lnTo>
                  <a:pt x="5380567" y="3246971"/>
                </a:lnTo>
                <a:cubicBezTo>
                  <a:pt x="5380567" y="3303081"/>
                  <a:pt x="5335081" y="3348567"/>
                  <a:pt x="5278971" y="3348567"/>
                </a:cubicBezTo>
                <a:lnTo>
                  <a:pt x="101596" y="3348567"/>
                </a:lnTo>
                <a:cubicBezTo>
                  <a:pt x="45486" y="3348567"/>
                  <a:pt x="0" y="3303081"/>
                  <a:pt x="0" y="3246971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667" y="25484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72067" y="27008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481667" y="2650065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母版使用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3310465"/>
            <a:ext cx="506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通过幻灯片母版统一页面布局、字体、颜色,确保整套演示一致性,大幅提升制作效率。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067" y="441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2" name="Text 10"/>
          <p:cNvSpPr/>
          <p:nvPr/>
        </p:nvSpPr>
        <p:spPr>
          <a:xfrm>
            <a:off x="1075267" y="4368800"/>
            <a:ext cx="4076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版式母版: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预设标题页、内容页、结尾页布局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067" y="482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4" name="Text 12"/>
          <p:cNvSpPr/>
          <p:nvPr/>
        </p:nvSpPr>
        <p:spPr>
          <a:xfrm>
            <a:off x="1075267" y="47752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主题母版: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统一字体、配色、背景样式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067" y="523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6" name="Text 14"/>
          <p:cNvSpPr/>
          <p:nvPr/>
        </p:nvSpPr>
        <p:spPr>
          <a:xfrm>
            <a:off x="1075267" y="5181600"/>
            <a:ext cx="3670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占位符设置: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规范标题、正文、图片位置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00233" y="2341033"/>
            <a:ext cx="5380567" cy="3348567"/>
          </a:xfrm>
          <a:custGeom>
            <a:avLst/>
            <a:gdLst/>
            <a:ahLst/>
            <a:cxnLst/>
            <a:rect l="l" t="t" r="r" b="b"/>
            <a:pathLst>
              <a:path w="5380567" h="3348567">
                <a:moveTo>
                  <a:pt x="101596" y="0"/>
                </a:moveTo>
                <a:lnTo>
                  <a:pt x="5278971" y="0"/>
                </a:lnTo>
                <a:cubicBezTo>
                  <a:pt x="5335081" y="0"/>
                  <a:pt x="5380567" y="45486"/>
                  <a:pt x="5380567" y="101596"/>
                </a:cubicBezTo>
                <a:lnTo>
                  <a:pt x="5380567" y="3246971"/>
                </a:lnTo>
                <a:cubicBezTo>
                  <a:pt x="5380567" y="3303081"/>
                  <a:pt x="5335081" y="3348567"/>
                  <a:pt x="5278971" y="3348567"/>
                </a:cubicBezTo>
                <a:lnTo>
                  <a:pt x="101596" y="3348567"/>
                </a:lnTo>
                <a:cubicBezTo>
                  <a:pt x="45486" y="3348567"/>
                  <a:pt x="0" y="3303081"/>
                  <a:pt x="0" y="3246971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7667" y="254846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460067" y="27008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20" name="Text 18"/>
          <p:cNvSpPr/>
          <p:nvPr/>
        </p:nvSpPr>
        <p:spPr>
          <a:xfrm>
            <a:off x="7069667" y="2650065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动画效果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7667" y="3310465"/>
            <a:ext cx="50673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为元素添加入场、强调、退出动画,增强表现力,但需克制使用,避免喧宾夺主。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3067" y="441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3" name="Text 21"/>
          <p:cNvSpPr/>
          <p:nvPr/>
        </p:nvSpPr>
        <p:spPr>
          <a:xfrm>
            <a:off x="6663267" y="4368800"/>
            <a:ext cx="3263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入场动画: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淡入、飞入、擦除等效果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3067" y="482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5" name="Text 23"/>
          <p:cNvSpPr/>
          <p:nvPr/>
        </p:nvSpPr>
        <p:spPr>
          <a:xfrm>
            <a:off x="6663267" y="4775200"/>
            <a:ext cx="3467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强调动画: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放大、变色、脉冲突出显示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3067" y="523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27" name="Text 25"/>
          <p:cNvSpPr/>
          <p:nvPr/>
        </p:nvSpPr>
        <p:spPr>
          <a:xfrm>
            <a:off x="6663267" y="5181600"/>
            <a:ext cx="3873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动画窗格:</a:t>
            </a: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精确控制顺序、时间、触发方式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2233" y="5905498"/>
            <a:ext cx="2624667" cy="2726267"/>
          </a:xfrm>
          <a:custGeom>
            <a:avLst/>
            <a:gdLst/>
            <a:ahLst/>
            <a:cxnLst/>
            <a:rect l="l" t="t" r="r" b="b"/>
            <a:pathLst>
              <a:path w="2624667" h="2726267">
                <a:moveTo>
                  <a:pt x="101601" y="0"/>
                </a:moveTo>
                <a:lnTo>
                  <a:pt x="2523066" y="0"/>
                </a:lnTo>
                <a:cubicBezTo>
                  <a:pt x="2579178" y="0"/>
                  <a:pt x="2624667" y="45488"/>
                  <a:pt x="2624667" y="101601"/>
                </a:cubicBezTo>
                <a:lnTo>
                  <a:pt x="2624667" y="2624666"/>
                </a:lnTo>
                <a:cubicBezTo>
                  <a:pt x="2624667" y="2680778"/>
                  <a:pt x="2579178" y="2726267"/>
                  <a:pt x="2523066" y="2726267"/>
                </a:cubicBezTo>
                <a:lnTo>
                  <a:pt x="101601" y="2726267"/>
                </a:lnTo>
                <a:cubicBezTo>
                  <a:pt x="45488" y="2726267"/>
                  <a:pt x="0" y="2680778"/>
                  <a:pt x="0" y="2624666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8867" y="60621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795867" y="61891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1" name="Text 29"/>
          <p:cNvSpPr/>
          <p:nvPr/>
        </p:nvSpPr>
        <p:spPr>
          <a:xfrm>
            <a:off x="1278467" y="613833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切换效果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867" y="66717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设置幻灯片间过渡效果,让页面切换更流畅自然。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5379" y="76496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4" name="Text 32"/>
          <p:cNvSpPr/>
          <p:nvPr/>
        </p:nvSpPr>
        <p:spPr>
          <a:xfrm>
            <a:off x="992717" y="761153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淡入/淡出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5379" y="7954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6" name="Text 34"/>
          <p:cNvSpPr/>
          <p:nvPr/>
        </p:nvSpPr>
        <p:spPr>
          <a:xfrm>
            <a:off x="992717" y="7916335"/>
            <a:ext cx="86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推进/擦除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05379" y="8259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8" name="Text 36"/>
          <p:cNvSpPr/>
          <p:nvPr/>
        </p:nvSpPr>
        <p:spPr>
          <a:xfrm>
            <a:off x="992717" y="8221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统一应用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93533" y="5905498"/>
            <a:ext cx="2624667" cy="2726267"/>
          </a:xfrm>
          <a:custGeom>
            <a:avLst/>
            <a:gdLst/>
            <a:ahLst/>
            <a:cxnLst/>
            <a:rect l="l" t="t" r="r" b="b"/>
            <a:pathLst>
              <a:path w="2624667" h="2726267">
                <a:moveTo>
                  <a:pt x="101601" y="0"/>
                </a:moveTo>
                <a:lnTo>
                  <a:pt x="2523066" y="0"/>
                </a:lnTo>
                <a:cubicBezTo>
                  <a:pt x="2579178" y="0"/>
                  <a:pt x="2624667" y="45488"/>
                  <a:pt x="2624667" y="101601"/>
                </a:cubicBezTo>
                <a:lnTo>
                  <a:pt x="2624667" y="2624666"/>
                </a:lnTo>
                <a:cubicBezTo>
                  <a:pt x="2624667" y="2680778"/>
                  <a:pt x="2579178" y="2726267"/>
                  <a:pt x="2523066" y="2726267"/>
                </a:cubicBezTo>
                <a:lnTo>
                  <a:pt x="101601" y="2726267"/>
                </a:lnTo>
                <a:cubicBezTo>
                  <a:pt x="45488" y="2726267"/>
                  <a:pt x="0" y="2680778"/>
                  <a:pt x="0" y="2624666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50167" y="60621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3561292" y="618913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47625" y="31750"/>
                </a:moveTo>
                <a:cubicBezTo>
                  <a:pt x="30113" y="31750"/>
                  <a:pt x="15875" y="45988"/>
                  <a:pt x="15875" y="63500"/>
                </a:cubicBezTo>
                <a:lnTo>
                  <a:pt x="15875" y="190500"/>
                </a:lnTo>
                <a:cubicBezTo>
                  <a:pt x="15875" y="208012"/>
                  <a:pt x="30113" y="222250"/>
                  <a:pt x="47625" y="222250"/>
                </a:cubicBezTo>
                <a:lnTo>
                  <a:pt x="174625" y="222250"/>
                </a:lnTo>
                <a:cubicBezTo>
                  <a:pt x="192137" y="222250"/>
                  <a:pt x="206375" y="208012"/>
                  <a:pt x="206375" y="190500"/>
                </a:cubicBezTo>
                <a:lnTo>
                  <a:pt x="206375" y="63500"/>
                </a:lnTo>
                <a:cubicBezTo>
                  <a:pt x="206375" y="45988"/>
                  <a:pt x="192137" y="31750"/>
                  <a:pt x="174625" y="31750"/>
                </a:cubicBezTo>
                <a:lnTo>
                  <a:pt x="47625" y="31750"/>
                </a:lnTo>
                <a:close/>
                <a:moveTo>
                  <a:pt x="230188" y="166688"/>
                </a:moveTo>
                <a:lnTo>
                  <a:pt x="266650" y="195858"/>
                </a:lnTo>
                <a:cubicBezTo>
                  <a:pt x="268734" y="197545"/>
                  <a:pt x="271314" y="198438"/>
                  <a:pt x="273993" y="198438"/>
                </a:cubicBezTo>
                <a:cubicBezTo>
                  <a:pt x="280491" y="198438"/>
                  <a:pt x="285750" y="193179"/>
                  <a:pt x="285750" y="186680"/>
                </a:cubicBezTo>
                <a:lnTo>
                  <a:pt x="285750" y="67320"/>
                </a:lnTo>
                <a:cubicBezTo>
                  <a:pt x="285750" y="60821"/>
                  <a:pt x="280491" y="55563"/>
                  <a:pt x="273993" y="55563"/>
                </a:cubicBezTo>
                <a:cubicBezTo>
                  <a:pt x="271314" y="55563"/>
                  <a:pt x="268734" y="56455"/>
                  <a:pt x="266650" y="58142"/>
                </a:cubicBezTo>
                <a:lnTo>
                  <a:pt x="230188" y="87313"/>
                </a:lnTo>
                <a:lnTo>
                  <a:pt x="230188" y="166688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42" name="Text 40"/>
          <p:cNvSpPr/>
          <p:nvPr/>
        </p:nvSpPr>
        <p:spPr>
          <a:xfrm>
            <a:off x="4059767" y="6138335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多媒体嵌入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450167" y="6671735"/>
            <a:ext cx="2413000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插入视频、音频、GIF动图,增强演示生动性和互动性。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86679" y="76496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5" name="Text 43"/>
          <p:cNvSpPr/>
          <p:nvPr/>
        </p:nvSpPr>
        <p:spPr>
          <a:xfrm>
            <a:off x="3774017" y="76115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在线视频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486679" y="7954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7" name="Text 45"/>
          <p:cNvSpPr/>
          <p:nvPr/>
        </p:nvSpPr>
        <p:spPr>
          <a:xfrm>
            <a:off x="3774017" y="79163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本地音频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486679" y="8259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49" name="Text 47"/>
          <p:cNvSpPr/>
          <p:nvPr/>
        </p:nvSpPr>
        <p:spPr>
          <a:xfrm>
            <a:off x="3774017" y="8221135"/>
            <a:ext cx="72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GIF动画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074833" y="5905498"/>
            <a:ext cx="2624667" cy="2726267"/>
          </a:xfrm>
          <a:custGeom>
            <a:avLst/>
            <a:gdLst/>
            <a:ahLst/>
            <a:cxnLst/>
            <a:rect l="l" t="t" r="r" b="b"/>
            <a:pathLst>
              <a:path w="2624667" h="2726267">
                <a:moveTo>
                  <a:pt x="101601" y="0"/>
                </a:moveTo>
                <a:lnTo>
                  <a:pt x="2523066" y="0"/>
                </a:lnTo>
                <a:cubicBezTo>
                  <a:pt x="2579178" y="0"/>
                  <a:pt x="2624667" y="45488"/>
                  <a:pt x="2624667" y="101601"/>
                </a:cubicBezTo>
                <a:lnTo>
                  <a:pt x="2624667" y="2624666"/>
                </a:lnTo>
                <a:cubicBezTo>
                  <a:pt x="2624667" y="2680778"/>
                  <a:pt x="2579178" y="2726267"/>
                  <a:pt x="2523066" y="2726267"/>
                </a:cubicBezTo>
                <a:lnTo>
                  <a:pt x="101601" y="2726267"/>
                </a:lnTo>
                <a:cubicBezTo>
                  <a:pt x="45488" y="2726267"/>
                  <a:pt x="0" y="2680778"/>
                  <a:pt x="0" y="2624666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1467" y="60621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358467" y="61891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3" name="Text 51"/>
          <p:cNvSpPr/>
          <p:nvPr/>
        </p:nvSpPr>
        <p:spPr>
          <a:xfrm>
            <a:off x="6841067" y="6138335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演讲者视图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31467" y="6671735"/>
            <a:ext cx="2413000" cy="83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演示时查看备注、计时、预览下页,提升演讲专业度。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67979" y="76496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6" name="Text 54"/>
          <p:cNvSpPr/>
          <p:nvPr/>
        </p:nvSpPr>
        <p:spPr>
          <a:xfrm>
            <a:off x="6555317" y="76115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演讲备注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67979" y="7954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8" name="Text 56"/>
          <p:cNvSpPr/>
          <p:nvPr/>
        </p:nvSpPr>
        <p:spPr>
          <a:xfrm>
            <a:off x="6555317" y="7916335"/>
            <a:ext cx="62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计时器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67979" y="8259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0" name="Text 58"/>
          <p:cNvSpPr/>
          <p:nvPr/>
        </p:nvSpPr>
        <p:spPr>
          <a:xfrm>
            <a:off x="6555317" y="8221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预览窗口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856133" y="5905498"/>
            <a:ext cx="2624667" cy="2726267"/>
          </a:xfrm>
          <a:custGeom>
            <a:avLst/>
            <a:gdLst/>
            <a:ahLst/>
            <a:cxnLst/>
            <a:rect l="l" t="t" r="r" b="b"/>
            <a:pathLst>
              <a:path w="2624667" h="2726267">
                <a:moveTo>
                  <a:pt x="101601" y="0"/>
                </a:moveTo>
                <a:lnTo>
                  <a:pt x="2523066" y="0"/>
                </a:lnTo>
                <a:cubicBezTo>
                  <a:pt x="2579178" y="0"/>
                  <a:pt x="2624667" y="45488"/>
                  <a:pt x="2624667" y="101601"/>
                </a:cubicBezTo>
                <a:lnTo>
                  <a:pt x="2624667" y="2624666"/>
                </a:lnTo>
                <a:cubicBezTo>
                  <a:pt x="2624667" y="2680778"/>
                  <a:pt x="2579178" y="2726267"/>
                  <a:pt x="2523066" y="2726267"/>
                </a:cubicBezTo>
                <a:lnTo>
                  <a:pt x="101601" y="2726267"/>
                </a:lnTo>
                <a:cubicBezTo>
                  <a:pt x="45488" y="2726267"/>
                  <a:pt x="0" y="2680778"/>
                  <a:pt x="0" y="2624666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12767" y="606213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63" name="Shape 61"/>
          <p:cNvSpPr/>
          <p:nvPr/>
        </p:nvSpPr>
        <p:spPr>
          <a:xfrm>
            <a:off x="9139767" y="618913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0500" y="95250"/>
                </a:moveTo>
                <a:cubicBezTo>
                  <a:pt x="216793" y="95250"/>
                  <a:pt x="238125" y="73918"/>
                  <a:pt x="238125" y="47625"/>
                </a:cubicBezTo>
                <a:cubicBezTo>
                  <a:pt x="238125" y="21332"/>
                  <a:pt x="216793" y="0"/>
                  <a:pt x="190500" y="0"/>
                </a:cubicBezTo>
                <a:cubicBezTo>
                  <a:pt x="164207" y="0"/>
                  <a:pt x="142875" y="21332"/>
                  <a:pt x="142875" y="47625"/>
                </a:cubicBezTo>
                <a:cubicBezTo>
                  <a:pt x="142875" y="50304"/>
                  <a:pt x="143123" y="52983"/>
                  <a:pt x="143520" y="55563"/>
                </a:cubicBezTo>
                <a:lnTo>
                  <a:pt x="79177" y="91331"/>
                </a:lnTo>
                <a:cubicBezTo>
                  <a:pt x="70793" y="83889"/>
                  <a:pt x="59730" y="79375"/>
                  <a:pt x="47625" y="79375"/>
                </a:cubicBezTo>
                <a:cubicBezTo>
                  <a:pt x="21332" y="79375"/>
                  <a:pt x="0" y="100707"/>
                  <a:pt x="0" y="127000"/>
                </a:cubicBezTo>
                <a:cubicBezTo>
                  <a:pt x="0" y="153293"/>
                  <a:pt x="21332" y="174625"/>
                  <a:pt x="47625" y="174625"/>
                </a:cubicBezTo>
                <a:cubicBezTo>
                  <a:pt x="59730" y="174625"/>
                  <a:pt x="70743" y="170111"/>
                  <a:pt x="79177" y="162669"/>
                </a:cubicBezTo>
                <a:lnTo>
                  <a:pt x="143520" y="198438"/>
                </a:lnTo>
                <a:cubicBezTo>
                  <a:pt x="143073" y="201017"/>
                  <a:pt x="142875" y="203646"/>
                  <a:pt x="142875" y="206375"/>
                </a:cubicBezTo>
                <a:cubicBezTo>
                  <a:pt x="142875" y="232668"/>
                  <a:pt x="164207" y="254000"/>
                  <a:pt x="190500" y="254000"/>
                </a:cubicBezTo>
                <a:cubicBezTo>
                  <a:pt x="216793" y="254000"/>
                  <a:pt x="238125" y="232668"/>
                  <a:pt x="238125" y="206375"/>
                </a:cubicBezTo>
                <a:cubicBezTo>
                  <a:pt x="238125" y="180082"/>
                  <a:pt x="216793" y="158750"/>
                  <a:pt x="190500" y="158750"/>
                </a:cubicBezTo>
                <a:cubicBezTo>
                  <a:pt x="178395" y="158750"/>
                  <a:pt x="167382" y="163264"/>
                  <a:pt x="158948" y="170706"/>
                </a:cubicBezTo>
                <a:lnTo>
                  <a:pt x="94605" y="134938"/>
                </a:lnTo>
                <a:cubicBezTo>
                  <a:pt x="95052" y="132358"/>
                  <a:pt x="95250" y="129729"/>
                  <a:pt x="95250" y="127000"/>
                </a:cubicBezTo>
                <a:cubicBezTo>
                  <a:pt x="95250" y="124271"/>
                  <a:pt x="95002" y="121642"/>
                  <a:pt x="94605" y="119063"/>
                </a:cubicBezTo>
                <a:lnTo>
                  <a:pt x="158948" y="83294"/>
                </a:lnTo>
                <a:cubicBezTo>
                  <a:pt x="167332" y="90736"/>
                  <a:pt x="178395" y="95250"/>
                  <a:pt x="190500" y="9525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4" name="Text 62"/>
          <p:cNvSpPr/>
          <p:nvPr/>
        </p:nvSpPr>
        <p:spPr>
          <a:xfrm>
            <a:off x="9622367" y="6138335"/>
            <a:ext cx="1143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导出分享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12767" y="6671735"/>
            <a:ext cx="24130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多种格式导出演示,适应不同场景需求。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49279" y="76496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7" name="Text 65"/>
          <p:cNvSpPr/>
          <p:nvPr/>
        </p:nvSpPr>
        <p:spPr>
          <a:xfrm>
            <a:off x="9336617" y="7611535"/>
            <a:ext cx="850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PDF/视频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49279" y="79544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69" name="Text 67"/>
          <p:cNvSpPr/>
          <p:nvPr/>
        </p:nvSpPr>
        <p:spPr>
          <a:xfrm>
            <a:off x="9336617" y="79163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图片格式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49279" y="825923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1" name="Text 69"/>
          <p:cNvSpPr/>
          <p:nvPr/>
        </p:nvSpPr>
        <p:spPr>
          <a:xfrm>
            <a:off x="9336617" y="8221135"/>
            <a:ext cx="800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在线链接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688233" y="508000"/>
            <a:ext cx="8467" cy="8128000"/>
          </a:xfrm>
          <a:custGeom>
            <a:avLst/>
            <a:gdLst/>
            <a:ahLst/>
            <a:cxnLst/>
            <a:rect l="l" t="t" r="r" b="b"/>
            <a:pathLst>
              <a:path w="8467" h="8128000">
                <a:moveTo>
                  <a:pt x="0" y="0"/>
                </a:moveTo>
                <a:lnTo>
                  <a:pt x="8467" y="0"/>
                </a:lnTo>
                <a:lnTo>
                  <a:pt x="8467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10196"/>
            </a:srgbClr>
          </a:solidFill>
        </p:spPr>
      </p:sp>
      <p:sp>
        <p:nvSpPr>
          <p:cNvPr id="73" name="Text 71"/>
          <p:cNvSpPr/>
          <p:nvPr/>
        </p:nvSpPr>
        <p:spPr>
          <a:xfrm>
            <a:off x="11895667" y="508000"/>
            <a:ext cx="403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设计最佳实践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895667" y="1066800"/>
            <a:ext cx="3949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提升演示质量的关键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1921067" y="1574800"/>
            <a:ext cx="3822700" cy="1320800"/>
          </a:xfrm>
          <a:custGeom>
            <a:avLst/>
            <a:gdLst/>
            <a:ahLst/>
            <a:cxnLst/>
            <a:rect l="l" t="t" r="r" b="b"/>
            <a:pathLst>
              <a:path w="3822700" h="1320800">
                <a:moveTo>
                  <a:pt x="50800" y="0"/>
                </a:moveTo>
                <a:lnTo>
                  <a:pt x="3721104" y="0"/>
                </a:lnTo>
                <a:cubicBezTo>
                  <a:pt x="3777214" y="0"/>
                  <a:pt x="3822700" y="45486"/>
                  <a:pt x="3822700" y="101596"/>
                </a:cubicBezTo>
                <a:lnTo>
                  <a:pt x="3822700" y="1219204"/>
                </a:lnTo>
                <a:cubicBezTo>
                  <a:pt x="3822700" y="1275314"/>
                  <a:pt x="3777214" y="1320800"/>
                  <a:pt x="37211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76" name="Shape 74"/>
          <p:cNvSpPr/>
          <p:nvPr/>
        </p:nvSpPr>
        <p:spPr>
          <a:xfrm>
            <a:off x="11921067" y="15748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7" name="Shape 75"/>
          <p:cNvSpPr/>
          <p:nvPr/>
        </p:nvSpPr>
        <p:spPr>
          <a:xfrm>
            <a:off x="12159192" y="1790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78" name="Text 76"/>
          <p:cNvSpPr/>
          <p:nvPr/>
        </p:nvSpPr>
        <p:spPr>
          <a:xfrm>
            <a:off x="12486217" y="17272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内容规划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2098867" y="2133600"/>
            <a:ext cx="3594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先规划大纲,再制作幻灯片。明确目标受众和核心信息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1921067" y="3048000"/>
            <a:ext cx="3822700" cy="1320800"/>
          </a:xfrm>
          <a:custGeom>
            <a:avLst/>
            <a:gdLst/>
            <a:ahLst/>
            <a:cxnLst/>
            <a:rect l="l" t="t" r="r" b="b"/>
            <a:pathLst>
              <a:path w="3822700" h="1320800">
                <a:moveTo>
                  <a:pt x="50800" y="0"/>
                </a:moveTo>
                <a:lnTo>
                  <a:pt x="3721104" y="0"/>
                </a:lnTo>
                <a:cubicBezTo>
                  <a:pt x="3777214" y="0"/>
                  <a:pt x="3822700" y="45486"/>
                  <a:pt x="3822700" y="101596"/>
                </a:cubicBezTo>
                <a:lnTo>
                  <a:pt x="3822700" y="1219204"/>
                </a:lnTo>
                <a:cubicBezTo>
                  <a:pt x="3822700" y="1275314"/>
                  <a:pt x="3777214" y="1320800"/>
                  <a:pt x="37211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81" name="Shape 79"/>
          <p:cNvSpPr/>
          <p:nvPr/>
        </p:nvSpPr>
        <p:spPr>
          <a:xfrm>
            <a:off x="11921067" y="30480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2" name="Shape 80"/>
          <p:cNvSpPr/>
          <p:nvPr/>
        </p:nvSpPr>
        <p:spPr>
          <a:xfrm>
            <a:off x="12116329" y="32639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3" name="Text 81"/>
          <p:cNvSpPr/>
          <p:nvPr/>
        </p:nvSpPr>
        <p:spPr>
          <a:xfrm>
            <a:off x="12486217" y="32004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视觉层次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2098867" y="3606800"/>
            <a:ext cx="3594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用大小、颜色、位置建立清晰的信息层级,引导视线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1921067" y="4521200"/>
            <a:ext cx="3822700" cy="1320800"/>
          </a:xfrm>
          <a:custGeom>
            <a:avLst/>
            <a:gdLst/>
            <a:ahLst/>
            <a:cxnLst/>
            <a:rect l="l" t="t" r="r" b="b"/>
            <a:pathLst>
              <a:path w="3822700" h="1320800">
                <a:moveTo>
                  <a:pt x="50800" y="0"/>
                </a:moveTo>
                <a:lnTo>
                  <a:pt x="3721104" y="0"/>
                </a:lnTo>
                <a:cubicBezTo>
                  <a:pt x="3777214" y="0"/>
                  <a:pt x="3822700" y="45486"/>
                  <a:pt x="3822700" y="101596"/>
                </a:cubicBezTo>
                <a:lnTo>
                  <a:pt x="3822700" y="1219204"/>
                </a:lnTo>
                <a:cubicBezTo>
                  <a:pt x="3822700" y="1275314"/>
                  <a:pt x="3777214" y="1320800"/>
                  <a:pt x="37211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86" name="Shape 84"/>
          <p:cNvSpPr/>
          <p:nvPr/>
        </p:nvSpPr>
        <p:spPr>
          <a:xfrm>
            <a:off x="11921067" y="45212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7" name="Shape 85"/>
          <p:cNvSpPr/>
          <p:nvPr/>
        </p:nvSpPr>
        <p:spPr>
          <a:xfrm>
            <a:off x="12159192" y="4737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8" name="Text 86"/>
          <p:cNvSpPr/>
          <p:nvPr/>
        </p:nvSpPr>
        <p:spPr>
          <a:xfrm>
            <a:off x="12486217" y="4673600"/>
            <a:ext cx="125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适配移动端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2098867" y="5080000"/>
            <a:ext cx="3594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考虑在小屏幕上的显示效果,字体不小于14px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1921067" y="5994400"/>
            <a:ext cx="3822700" cy="1320800"/>
          </a:xfrm>
          <a:custGeom>
            <a:avLst/>
            <a:gdLst/>
            <a:ahLst/>
            <a:cxnLst/>
            <a:rect l="l" t="t" r="r" b="b"/>
            <a:pathLst>
              <a:path w="3822700" h="1320800">
                <a:moveTo>
                  <a:pt x="50800" y="0"/>
                </a:moveTo>
                <a:lnTo>
                  <a:pt x="3721104" y="0"/>
                </a:lnTo>
                <a:cubicBezTo>
                  <a:pt x="3777214" y="0"/>
                  <a:pt x="3822700" y="45486"/>
                  <a:pt x="3822700" y="101596"/>
                </a:cubicBezTo>
                <a:lnTo>
                  <a:pt x="3822700" y="1219204"/>
                </a:lnTo>
                <a:cubicBezTo>
                  <a:pt x="3822700" y="1275314"/>
                  <a:pt x="3777214" y="1320800"/>
                  <a:pt x="37211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91" name="Shape 89"/>
          <p:cNvSpPr/>
          <p:nvPr/>
        </p:nvSpPr>
        <p:spPr>
          <a:xfrm>
            <a:off x="11921067" y="59944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2" name="Shape 90"/>
          <p:cNvSpPr/>
          <p:nvPr/>
        </p:nvSpPr>
        <p:spPr>
          <a:xfrm>
            <a:off x="12130617" y="6210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3" name="Text 91"/>
          <p:cNvSpPr/>
          <p:nvPr/>
        </p:nvSpPr>
        <p:spPr>
          <a:xfrm>
            <a:off x="12486217" y="61468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2098867" y="6553200"/>
            <a:ext cx="3594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压缩图片,避免过多动画,确保演示流畅不卡顿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11921067" y="7467600"/>
            <a:ext cx="3822700" cy="1320800"/>
          </a:xfrm>
          <a:custGeom>
            <a:avLst/>
            <a:gdLst/>
            <a:ahLst/>
            <a:cxnLst/>
            <a:rect l="l" t="t" r="r" b="b"/>
            <a:pathLst>
              <a:path w="3822700" h="1320800">
                <a:moveTo>
                  <a:pt x="50800" y="0"/>
                </a:moveTo>
                <a:lnTo>
                  <a:pt x="3721104" y="0"/>
                </a:lnTo>
                <a:cubicBezTo>
                  <a:pt x="3777214" y="0"/>
                  <a:pt x="3822700" y="45486"/>
                  <a:pt x="3822700" y="101596"/>
                </a:cubicBezTo>
                <a:lnTo>
                  <a:pt x="3822700" y="1219204"/>
                </a:lnTo>
                <a:cubicBezTo>
                  <a:pt x="3822700" y="1275314"/>
                  <a:pt x="3777214" y="1320800"/>
                  <a:pt x="3721104" y="1320800"/>
                </a:cubicBez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96" name="Shape 94"/>
          <p:cNvSpPr/>
          <p:nvPr/>
        </p:nvSpPr>
        <p:spPr>
          <a:xfrm>
            <a:off x="11921067" y="74676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5080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50800" y="1320800"/>
                </a:lnTo>
                <a:cubicBezTo>
                  <a:pt x="22763" y="1320800"/>
                  <a:pt x="0" y="1298037"/>
                  <a:pt x="0" y="127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7" name="Shape 95"/>
          <p:cNvSpPr/>
          <p:nvPr/>
        </p:nvSpPr>
        <p:spPr>
          <a:xfrm>
            <a:off x="12130617" y="768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72107" y="75858"/>
                </a:moveTo>
                <a:cubicBezTo>
                  <a:pt x="66660" y="73536"/>
                  <a:pt x="60365" y="76036"/>
                  <a:pt x="58043" y="81483"/>
                </a:cubicBezTo>
                <a:cubicBezTo>
                  <a:pt x="55721" y="86931"/>
                  <a:pt x="58222" y="93226"/>
                  <a:pt x="63669" y="95548"/>
                </a:cubicBezTo>
                <a:lnTo>
                  <a:pt x="68982" y="97825"/>
                </a:lnTo>
                <a:cubicBezTo>
                  <a:pt x="76706" y="101129"/>
                  <a:pt x="84698" y="103584"/>
                  <a:pt x="92913" y="105102"/>
                </a:cubicBezTo>
                <a:lnTo>
                  <a:pt x="92913" y="127471"/>
                </a:lnTo>
                <a:cubicBezTo>
                  <a:pt x="92913" y="129391"/>
                  <a:pt x="92601" y="131311"/>
                  <a:pt x="91976" y="133097"/>
                </a:cubicBezTo>
                <a:lnTo>
                  <a:pt x="79162" y="171539"/>
                </a:lnTo>
                <a:cubicBezTo>
                  <a:pt x="77286" y="177165"/>
                  <a:pt x="80323" y="183237"/>
                  <a:pt x="85948" y="185112"/>
                </a:cubicBezTo>
                <a:cubicBezTo>
                  <a:pt x="91574" y="186988"/>
                  <a:pt x="97646" y="183952"/>
                  <a:pt x="99521" y="178326"/>
                </a:cubicBezTo>
                <a:lnTo>
                  <a:pt x="110416" y="145643"/>
                </a:lnTo>
                <a:cubicBezTo>
                  <a:pt x="110996" y="143947"/>
                  <a:pt x="112559" y="142786"/>
                  <a:pt x="114345" y="142786"/>
                </a:cubicBezTo>
                <a:cubicBezTo>
                  <a:pt x="116131" y="142786"/>
                  <a:pt x="117738" y="143947"/>
                  <a:pt x="118274" y="145643"/>
                </a:cubicBezTo>
                <a:lnTo>
                  <a:pt x="129168" y="178326"/>
                </a:lnTo>
                <a:cubicBezTo>
                  <a:pt x="131043" y="183952"/>
                  <a:pt x="137115" y="186988"/>
                  <a:pt x="142741" y="185112"/>
                </a:cubicBezTo>
                <a:cubicBezTo>
                  <a:pt x="148367" y="183237"/>
                  <a:pt x="151358" y="177254"/>
                  <a:pt x="149483" y="171629"/>
                </a:cubicBezTo>
                <a:lnTo>
                  <a:pt x="136669" y="133186"/>
                </a:lnTo>
                <a:cubicBezTo>
                  <a:pt x="136044" y="131356"/>
                  <a:pt x="135731" y="129480"/>
                  <a:pt x="135731" y="127561"/>
                </a:cubicBezTo>
                <a:lnTo>
                  <a:pt x="135731" y="105192"/>
                </a:lnTo>
                <a:cubicBezTo>
                  <a:pt x="143947" y="103629"/>
                  <a:pt x="151939" y="101218"/>
                  <a:pt x="159663" y="97914"/>
                </a:cubicBezTo>
                <a:lnTo>
                  <a:pt x="164976" y="95637"/>
                </a:lnTo>
                <a:cubicBezTo>
                  <a:pt x="170423" y="93315"/>
                  <a:pt x="172923" y="87020"/>
                  <a:pt x="170602" y="81573"/>
                </a:cubicBezTo>
                <a:cubicBezTo>
                  <a:pt x="168280" y="76126"/>
                  <a:pt x="161985" y="73625"/>
                  <a:pt x="156537" y="75947"/>
                </a:cubicBezTo>
                <a:lnTo>
                  <a:pt x="151224" y="78135"/>
                </a:lnTo>
                <a:cubicBezTo>
                  <a:pt x="139571" y="83135"/>
                  <a:pt x="127025" y="85725"/>
                  <a:pt x="114300" y="85725"/>
                </a:cubicBezTo>
                <a:cubicBezTo>
                  <a:pt x="101575" y="85725"/>
                  <a:pt x="89074" y="83135"/>
                  <a:pt x="77376" y="78135"/>
                </a:cubicBezTo>
                <a:lnTo>
                  <a:pt x="72063" y="75858"/>
                </a:lnTo>
                <a:close/>
                <a:moveTo>
                  <a:pt x="114300" y="71438"/>
                </a:moveTo>
                <a:cubicBezTo>
                  <a:pt x="124157" y="71438"/>
                  <a:pt x="132159" y="63435"/>
                  <a:pt x="132159" y="53578"/>
                </a:cubicBezTo>
                <a:cubicBezTo>
                  <a:pt x="132159" y="43721"/>
                  <a:pt x="124157" y="35719"/>
                  <a:pt x="114300" y="35719"/>
                </a:cubicBezTo>
                <a:cubicBezTo>
                  <a:pt x="104443" y="35719"/>
                  <a:pt x="96441" y="43721"/>
                  <a:pt x="96441" y="53578"/>
                </a:cubicBezTo>
                <a:cubicBezTo>
                  <a:pt x="96441" y="63435"/>
                  <a:pt x="104443" y="71438"/>
                  <a:pt x="114300" y="71438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8" name="Text 96"/>
          <p:cNvSpPr/>
          <p:nvPr/>
        </p:nvSpPr>
        <p:spPr>
          <a:xfrm>
            <a:off x="12486217" y="7620000"/>
            <a:ext cx="125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无障碍设计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2098867" y="8026400"/>
            <a:ext cx="35941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考虑色盲用户,确保对比度,添加替代文本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53" y="504453"/>
            <a:ext cx="100891" cy="504453"/>
          </a:xfrm>
          <a:custGeom>
            <a:avLst/>
            <a:gdLst/>
            <a:ahLst/>
            <a:cxnLst/>
            <a:rect l="l" t="t" r="r" b="b"/>
            <a:pathLst>
              <a:path w="100891" h="504453">
                <a:moveTo>
                  <a:pt x="50445" y="0"/>
                </a:moveTo>
                <a:lnTo>
                  <a:pt x="50445" y="0"/>
                </a:lnTo>
                <a:cubicBezTo>
                  <a:pt x="78305" y="0"/>
                  <a:pt x="100891" y="22585"/>
                  <a:pt x="100891" y="50445"/>
                </a:cubicBezTo>
                <a:lnTo>
                  <a:pt x="100891" y="454008"/>
                </a:lnTo>
                <a:cubicBezTo>
                  <a:pt x="100891" y="481868"/>
                  <a:pt x="78305" y="504453"/>
                  <a:pt x="50445" y="504453"/>
                </a:cubicBezTo>
                <a:lnTo>
                  <a:pt x="50445" y="504453"/>
                </a:lnTo>
                <a:cubicBezTo>
                  <a:pt x="22585" y="504453"/>
                  <a:pt x="0" y="481868"/>
                  <a:pt x="0" y="454008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3" name="Text 1"/>
          <p:cNvSpPr/>
          <p:nvPr/>
        </p:nvSpPr>
        <p:spPr>
          <a:xfrm>
            <a:off x="756680" y="605344"/>
            <a:ext cx="244659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kern="0" spc="79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PRODUCTIVITY HACKS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4453" y="1109797"/>
            <a:ext cx="15549766" cy="605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6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高效办公技巧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4453" y="1765586"/>
            <a:ext cx="1537320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5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跨应用通用技能与效率提升方法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657" y="2274243"/>
            <a:ext cx="4939436" cy="5708727"/>
          </a:xfrm>
          <a:custGeom>
            <a:avLst/>
            <a:gdLst/>
            <a:ahLst/>
            <a:cxnLst/>
            <a:rect l="l" t="t" r="r" b="b"/>
            <a:pathLst>
              <a:path w="4939436" h="5708727">
                <a:moveTo>
                  <a:pt x="100913" y="0"/>
                </a:moveTo>
                <a:lnTo>
                  <a:pt x="4838524" y="0"/>
                </a:lnTo>
                <a:cubicBezTo>
                  <a:pt x="4894256" y="0"/>
                  <a:pt x="4939436" y="45180"/>
                  <a:pt x="4939436" y="100913"/>
                </a:cubicBezTo>
                <a:lnTo>
                  <a:pt x="4939436" y="5607815"/>
                </a:lnTo>
                <a:cubicBezTo>
                  <a:pt x="4939436" y="5663547"/>
                  <a:pt x="4894256" y="5708727"/>
                  <a:pt x="4838524" y="5708727"/>
                </a:cubicBezTo>
                <a:lnTo>
                  <a:pt x="100913" y="5708727"/>
                </a:lnTo>
                <a:cubicBezTo>
                  <a:pt x="45180" y="5708727"/>
                  <a:pt x="0" y="5663547"/>
                  <a:pt x="0" y="5607815"/>
                </a:cubicBezTo>
                <a:lnTo>
                  <a:pt x="0" y="100913"/>
                </a:lnTo>
                <a:cubicBezTo>
                  <a:pt x="0" y="45217"/>
                  <a:pt x="45217" y="0"/>
                  <a:pt x="100913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4642" y="2480226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47061" y="2631561"/>
            <a:ext cx="340506" cy="302672"/>
          </a:xfrm>
          <a:custGeom>
            <a:avLst/>
            <a:gdLst/>
            <a:ahLst/>
            <a:cxnLst/>
            <a:rect l="l" t="t" r="r" b="b"/>
            <a:pathLst>
              <a:path w="340506" h="302672">
                <a:moveTo>
                  <a:pt x="37834" y="37834"/>
                </a:moveTo>
                <a:cubicBezTo>
                  <a:pt x="16966" y="37834"/>
                  <a:pt x="0" y="54800"/>
                  <a:pt x="0" y="75668"/>
                </a:cubicBezTo>
                <a:lnTo>
                  <a:pt x="0" y="227004"/>
                </a:lnTo>
                <a:cubicBezTo>
                  <a:pt x="0" y="247872"/>
                  <a:pt x="16966" y="264838"/>
                  <a:pt x="37834" y="264838"/>
                </a:cubicBezTo>
                <a:lnTo>
                  <a:pt x="302672" y="264838"/>
                </a:lnTo>
                <a:cubicBezTo>
                  <a:pt x="323540" y="264838"/>
                  <a:pt x="340506" y="247872"/>
                  <a:pt x="340506" y="227004"/>
                </a:cubicBezTo>
                <a:lnTo>
                  <a:pt x="340506" y="75668"/>
                </a:lnTo>
                <a:cubicBezTo>
                  <a:pt x="340506" y="54800"/>
                  <a:pt x="323540" y="37834"/>
                  <a:pt x="302672" y="37834"/>
                </a:cubicBezTo>
                <a:lnTo>
                  <a:pt x="37834" y="37834"/>
                </a:lnTo>
                <a:close/>
                <a:moveTo>
                  <a:pt x="47292" y="75668"/>
                </a:moveTo>
                <a:lnTo>
                  <a:pt x="66209" y="75668"/>
                </a:lnTo>
                <a:cubicBezTo>
                  <a:pt x="71412" y="75668"/>
                  <a:pt x="75668" y="79924"/>
                  <a:pt x="75668" y="85126"/>
                </a:cubicBezTo>
                <a:lnTo>
                  <a:pt x="75668" y="104043"/>
                </a:lnTo>
                <a:cubicBezTo>
                  <a:pt x="75668" y="109246"/>
                  <a:pt x="71412" y="113502"/>
                  <a:pt x="66209" y="113502"/>
                </a:cubicBezTo>
                <a:lnTo>
                  <a:pt x="47292" y="113502"/>
                </a:lnTo>
                <a:cubicBezTo>
                  <a:pt x="42090" y="113502"/>
                  <a:pt x="37834" y="109246"/>
                  <a:pt x="37834" y="104043"/>
                </a:cubicBezTo>
                <a:lnTo>
                  <a:pt x="37834" y="85126"/>
                </a:lnTo>
                <a:cubicBezTo>
                  <a:pt x="37834" y="79924"/>
                  <a:pt x="42090" y="75668"/>
                  <a:pt x="47292" y="75668"/>
                </a:cubicBezTo>
                <a:close/>
                <a:moveTo>
                  <a:pt x="37834" y="141877"/>
                </a:moveTo>
                <a:cubicBezTo>
                  <a:pt x="37834" y="136675"/>
                  <a:pt x="42090" y="132419"/>
                  <a:pt x="47292" y="132419"/>
                </a:cubicBezTo>
                <a:lnTo>
                  <a:pt x="66209" y="132419"/>
                </a:lnTo>
                <a:cubicBezTo>
                  <a:pt x="71412" y="132419"/>
                  <a:pt x="75668" y="136675"/>
                  <a:pt x="75668" y="141877"/>
                </a:cubicBezTo>
                <a:lnTo>
                  <a:pt x="75668" y="160794"/>
                </a:lnTo>
                <a:cubicBezTo>
                  <a:pt x="75668" y="165997"/>
                  <a:pt x="71412" y="170253"/>
                  <a:pt x="66209" y="170253"/>
                </a:cubicBezTo>
                <a:lnTo>
                  <a:pt x="47292" y="170253"/>
                </a:lnTo>
                <a:cubicBezTo>
                  <a:pt x="42090" y="170253"/>
                  <a:pt x="37834" y="165997"/>
                  <a:pt x="37834" y="160794"/>
                </a:cubicBezTo>
                <a:lnTo>
                  <a:pt x="37834" y="141877"/>
                </a:lnTo>
                <a:close/>
                <a:moveTo>
                  <a:pt x="104043" y="75668"/>
                </a:moveTo>
                <a:lnTo>
                  <a:pt x="122960" y="75668"/>
                </a:lnTo>
                <a:cubicBezTo>
                  <a:pt x="128163" y="75668"/>
                  <a:pt x="132419" y="79924"/>
                  <a:pt x="132419" y="85126"/>
                </a:cubicBezTo>
                <a:lnTo>
                  <a:pt x="132419" y="104043"/>
                </a:lnTo>
                <a:cubicBezTo>
                  <a:pt x="132419" y="109246"/>
                  <a:pt x="128163" y="113502"/>
                  <a:pt x="122960" y="113502"/>
                </a:cubicBezTo>
                <a:lnTo>
                  <a:pt x="104043" y="113502"/>
                </a:lnTo>
                <a:cubicBezTo>
                  <a:pt x="98841" y="113502"/>
                  <a:pt x="94585" y="109246"/>
                  <a:pt x="94585" y="104043"/>
                </a:cubicBezTo>
                <a:lnTo>
                  <a:pt x="94585" y="85126"/>
                </a:lnTo>
                <a:cubicBezTo>
                  <a:pt x="94585" y="79924"/>
                  <a:pt x="98841" y="75668"/>
                  <a:pt x="104043" y="75668"/>
                </a:cubicBezTo>
                <a:close/>
                <a:moveTo>
                  <a:pt x="94585" y="141877"/>
                </a:moveTo>
                <a:cubicBezTo>
                  <a:pt x="94585" y="136675"/>
                  <a:pt x="98841" y="132419"/>
                  <a:pt x="104043" y="132419"/>
                </a:cubicBezTo>
                <a:lnTo>
                  <a:pt x="122960" y="132419"/>
                </a:lnTo>
                <a:cubicBezTo>
                  <a:pt x="128163" y="132419"/>
                  <a:pt x="132419" y="136675"/>
                  <a:pt x="132419" y="141877"/>
                </a:cubicBezTo>
                <a:lnTo>
                  <a:pt x="132419" y="160794"/>
                </a:lnTo>
                <a:cubicBezTo>
                  <a:pt x="132419" y="165997"/>
                  <a:pt x="128163" y="170253"/>
                  <a:pt x="122960" y="170253"/>
                </a:cubicBezTo>
                <a:lnTo>
                  <a:pt x="104043" y="170253"/>
                </a:lnTo>
                <a:cubicBezTo>
                  <a:pt x="98841" y="170253"/>
                  <a:pt x="94585" y="165997"/>
                  <a:pt x="94585" y="160794"/>
                </a:cubicBezTo>
                <a:lnTo>
                  <a:pt x="94585" y="141877"/>
                </a:lnTo>
                <a:close/>
                <a:moveTo>
                  <a:pt x="104043" y="189170"/>
                </a:moveTo>
                <a:lnTo>
                  <a:pt x="236462" y="189170"/>
                </a:lnTo>
                <a:cubicBezTo>
                  <a:pt x="241665" y="189170"/>
                  <a:pt x="245921" y="193426"/>
                  <a:pt x="245921" y="198628"/>
                </a:cubicBezTo>
                <a:lnTo>
                  <a:pt x="245921" y="217545"/>
                </a:lnTo>
                <a:cubicBezTo>
                  <a:pt x="245921" y="222748"/>
                  <a:pt x="241665" y="227004"/>
                  <a:pt x="236462" y="227004"/>
                </a:cubicBezTo>
                <a:lnTo>
                  <a:pt x="104043" y="227004"/>
                </a:lnTo>
                <a:cubicBezTo>
                  <a:pt x="98841" y="227004"/>
                  <a:pt x="94585" y="222748"/>
                  <a:pt x="94585" y="217545"/>
                </a:cubicBezTo>
                <a:lnTo>
                  <a:pt x="94585" y="198628"/>
                </a:lnTo>
                <a:cubicBezTo>
                  <a:pt x="94585" y="193426"/>
                  <a:pt x="98841" y="189170"/>
                  <a:pt x="104043" y="189170"/>
                </a:cubicBezTo>
                <a:close/>
                <a:moveTo>
                  <a:pt x="151336" y="85126"/>
                </a:moveTo>
                <a:cubicBezTo>
                  <a:pt x="151336" y="79924"/>
                  <a:pt x="155592" y="75668"/>
                  <a:pt x="160794" y="75668"/>
                </a:cubicBezTo>
                <a:lnTo>
                  <a:pt x="179711" y="75668"/>
                </a:lnTo>
                <a:cubicBezTo>
                  <a:pt x="184914" y="75668"/>
                  <a:pt x="189170" y="79924"/>
                  <a:pt x="189170" y="85126"/>
                </a:cubicBezTo>
                <a:lnTo>
                  <a:pt x="189170" y="104043"/>
                </a:lnTo>
                <a:cubicBezTo>
                  <a:pt x="189170" y="109246"/>
                  <a:pt x="184914" y="113502"/>
                  <a:pt x="179711" y="113502"/>
                </a:cubicBezTo>
                <a:lnTo>
                  <a:pt x="160794" y="113502"/>
                </a:lnTo>
                <a:cubicBezTo>
                  <a:pt x="155592" y="113502"/>
                  <a:pt x="151336" y="109246"/>
                  <a:pt x="151336" y="104043"/>
                </a:cubicBezTo>
                <a:lnTo>
                  <a:pt x="151336" y="85126"/>
                </a:lnTo>
                <a:close/>
                <a:moveTo>
                  <a:pt x="160794" y="132419"/>
                </a:moveTo>
                <a:lnTo>
                  <a:pt x="179711" y="132419"/>
                </a:lnTo>
                <a:cubicBezTo>
                  <a:pt x="184914" y="132419"/>
                  <a:pt x="189170" y="136675"/>
                  <a:pt x="189170" y="141877"/>
                </a:cubicBezTo>
                <a:lnTo>
                  <a:pt x="189170" y="160794"/>
                </a:lnTo>
                <a:cubicBezTo>
                  <a:pt x="189170" y="165997"/>
                  <a:pt x="184914" y="170253"/>
                  <a:pt x="179711" y="170253"/>
                </a:cubicBezTo>
                <a:lnTo>
                  <a:pt x="160794" y="170253"/>
                </a:lnTo>
                <a:cubicBezTo>
                  <a:pt x="155592" y="170253"/>
                  <a:pt x="151336" y="165997"/>
                  <a:pt x="151336" y="160794"/>
                </a:cubicBezTo>
                <a:lnTo>
                  <a:pt x="151336" y="141877"/>
                </a:lnTo>
                <a:cubicBezTo>
                  <a:pt x="151336" y="136675"/>
                  <a:pt x="155592" y="132419"/>
                  <a:pt x="160794" y="132419"/>
                </a:cubicBezTo>
                <a:close/>
                <a:moveTo>
                  <a:pt x="208087" y="85126"/>
                </a:moveTo>
                <a:cubicBezTo>
                  <a:pt x="208087" y="79924"/>
                  <a:pt x="212343" y="75668"/>
                  <a:pt x="217545" y="75668"/>
                </a:cubicBezTo>
                <a:lnTo>
                  <a:pt x="236462" y="75668"/>
                </a:lnTo>
                <a:cubicBezTo>
                  <a:pt x="241665" y="75668"/>
                  <a:pt x="245921" y="79924"/>
                  <a:pt x="245921" y="85126"/>
                </a:cubicBezTo>
                <a:lnTo>
                  <a:pt x="245921" y="104043"/>
                </a:lnTo>
                <a:cubicBezTo>
                  <a:pt x="245921" y="109246"/>
                  <a:pt x="241665" y="113502"/>
                  <a:pt x="236462" y="113502"/>
                </a:cubicBezTo>
                <a:lnTo>
                  <a:pt x="217545" y="113502"/>
                </a:lnTo>
                <a:cubicBezTo>
                  <a:pt x="212343" y="113502"/>
                  <a:pt x="208087" y="109246"/>
                  <a:pt x="208087" y="104043"/>
                </a:cubicBezTo>
                <a:lnTo>
                  <a:pt x="208087" y="85126"/>
                </a:lnTo>
                <a:close/>
                <a:moveTo>
                  <a:pt x="217545" y="132419"/>
                </a:moveTo>
                <a:lnTo>
                  <a:pt x="236462" y="132419"/>
                </a:lnTo>
                <a:cubicBezTo>
                  <a:pt x="241665" y="132419"/>
                  <a:pt x="245921" y="136675"/>
                  <a:pt x="245921" y="141877"/>
                </a:cubicBezTo>
                <a:lnTo>
                  <a:pt x="245921" y="160794"/>
                </a:lnTo>
                <a:cubicBezTo>
                  <a:pt x="245921" y="165997"/>
                  <a:pt x="241665" y="170253"/>
                  <a:pt x="236462" y="170253"/>
                </a:cubicBezTo>
                <a:lnTo>
                  <a:pt x="217545" y="170253"/>
                </a:lnTo>
                <a:cubicBezTo>
                  <a:pt x="212343" y="170253"/>
                  <a:pt x="208087" y="165997"/>
                  <a:pt x="208087" y="160794"/>
                </a:cubicBezTo>
                <a:lnTo>
                  <a:pt x="208087" y="141877"/>
                </a:lnTo>
                <a:cubicBezTo>
                  <a:pt x="208087" y="136675"/>
                  <a:pt x="212343" y="132419"/>
                  <a:pt x="217545" y="132419"/>
                </a:cubicBezTo>
                <a:close/>
                <a:moveTo>
                  <a:pt x="264838" y="85126"/>
                </a:moveTo>
                <a:cubicBezTo>
                  <a:pt x="264838" y="79924"/>
                  <a:pt x="269094" y="75668"/>
                  <a:pt x="274296" y="75668"/>
                </a:cubicBezTo>
                <a:lnTo>
                  <a:pt x="293213" y="75668"/>
                </a:lnTo>
                <a:cubicBezTo>
                  <a:pt x="298416" y="75668"/>
                  <a:pt x="302672" y="79924"/>
                  <a:pt x="302672" y="85126"/>
                </a:cubicBezTo>
                <a:lnTo>
                  <a:pt x="302672" y="104043"/>
                </a:lnTo>
                <a:cubicBezTo>
                  <a:pt x="302672" y="109246"/>
                  <a:pt x="298416" y="113502"/>
                  <a:pt x="293213" y="113502"/>
                </a:cubicBezTo>
                <a:lnTo>
                  <a:pt x="274296" y="113502"/>
                </a:lnTo>
                <a:cubicBezTo>
                  <a:pt x="269094" y="113502"/>
                  <a:pt x="264838" y="109246"/>
                  <a:pt x="264838" y="104043"/>
                </a:cubicBezTo>
                <a:lnTo>
                  <a:pt x="264838" y="85126"/>
                </a:lnTo>
                <a:close/>
                <a:moveTo>
                  <a:pt x="274296" y="132419"/>
                </a:moveTo>
                <a:lnTo>
                  <a:pt x="293213" y="132419"/>
                </a:lnTo>
                <a:cubicBezTo>
                  <a:pt x="298416" y="132419"/>
                  <a:pt x="302672" y="136675"/>
                  <a:pt x="302672" y="141877"/>
                </a:cubicBezTo>
                <a:lnTo>
                  <a:pt x="302672" y="160794"/>
                </a:lnTo>
                <a:cubicBezTo>
                  <a:pt x="302672" y="165997"/>
                  <a:pt x="298416" y="170253"/>
                  <a:pt x="293213" y="170253"/>
                </a:cubicBezTo>
                <a:lnTo>
                  <a:pt x="274296" y="170253"/>
                </a:lnTo>
                <a:cubicBezTo>
                  <a:pt x="269094" y="170253"/>
                  <a:pt x="264838" y="165997"/>
                  <a:pt x="264838" y="160794"/>
                </a:cubicBezTo>
                <a:lnTo>
                  <a:pt x="264838" y="141877"/>
                </a:lnTo>
                <a:cubicBezTo>
                  <a:pt x="264838" y="136675"/>
                  <a:pt x="269094" y="132419"/>
                  <a:pt x="274296" y="13241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9" name="Text 7"/>
          <p:cNvSpPr/>
          <p:nvPr/>
        </p:nvSpPr>
        <p:spPr>
          <a:xfrm>
            <a:off x="1471322" y="2581116"/>
            <a:ext cx="2572711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Office快捷键大全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4642" y="3236905"/>
            <a:ext cx="4628357" cy="605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掌握通用快捷键,在Word、Excel、PPT中快速操作,大幅提升工作效率。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4642" y="3993585"/>
            <a:ext cx="2206982" cy="958461"/>
          </a:xfrm>
          <a:custGeom>
            <a:avLst/>
            <a:gdLst/>
            <a:ahLst/>
            <a:cxnLst/>
            <a:rect l="l" t="t" r="r" b="b"/>
            <a:pathLst>
              <a:path w="2206982" h="958461">
                <a:moveTo>
                  <a:pt x="50444" y="0"/>
                </a:moveTo>
                <a:lnTo>
                  <a:pt x="2156538" y="0"/>
                </a:lnTo>
                <a:cubicBezTo>
                  <a:pt x="2184398" y="0"/>
                  <a:pt x="2206982" y="22584"/>
                  <a:pt x="2206982" y="50444"/>
                </a:cubicBezTo>
                <a:lnTo>
                  <a:pt x="2206982" y="908017"/>
                </a:lnTo>
                <a:cubicBezTo>
                  <a:pt x="2206982" y="935876"/>
                  <a:pt x="2184398" y="958461"/>
                  <a:pt x="2156538" y="958461"/>
                </a:cubicBezTo>
                <a:lnTo>
                  <a:pt x="50444" y="958461"/>
                </a:lnTo>
                <a:cubicBezTo>
                  <a:pt x="22584" y="958461"/>
                  <a:pt x="0" y="935876"/>
                  <a:pt x="0" y="908017"/>
                </a:cubicBezTo>
                <a:lnTo>
                  <a:pt x="0" y="50444"/>
                </a:lnTo>
                <a:cubicBezTo>
                  <a:pt x="0" y="22603"/>
                  <a:pt x="22603" y="0"/>
                  <a:pt x="5044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15533" y="4144921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18572" y="4094475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118572" y="4094475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5533" y="4548483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102019" y="4498038"/>
            <a:ext cx="718846" cy="353117"/>
          </a:xfrm>
          <a:custGeom>
            <a:avLst/>
            <a:gdLst/>
            <a:ahLst/>
            <a:cxnLst/>
            <a:rect l="l" t="t" r="r" b="b"/>
            <a:pathLst>
              <a:path w="718846" h="353117">
                <a:moveTo>
                  <a:pt x="50446" y="0"/>
                </a:moveTo>
                <a:lnTo>
                  <a:pt x="668399" y="0"/>
                </a:lnTo>
                <a:cubicBezTo>
                  <a:pt x="696260" y="0"/>
                  <a:pt x="718846" y="22586"/>
                  <a:pt x="718846" y="50446"/>
                </a:cubicBezTo>
                <a:lnTo>
                  <a:pt x="718846" y="302671"/>
                </a:lnTo>
                <a:cubicBezTo>
                  <a:pt x="718846" y="330532"/>
                  <a:pt x="696260" y="353117"/>
                  <a:pt x="668399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2102019" y="4498038"/>
            <a:ext cx="807125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28558" y="3993585"/>
            <a:ext cx="2206982" cy="958461"/>
          </a:xfrm>
          <a:custGeom>
            <a:avLst/>
            <a:gdLst/>
            <a:ahLst/>
            <a:cxnLst/>
            <a:rect l="l" t="t" r="r" b="b"/>
            <a:pathLst>
              <a:path w="2206982" h="958461">
                <a:moveTo>
                  <a:pt x="50444" y="0"/>
                </a:moveTo>
                <a:lnTo>
                  <a:pt x="2156538" y="0"/>
                </a:lnTo>
                <a:cubicBezTo>
                  <a:pt x="2184398" y="0"/>
                  <a:pt x="2206982" y="22584"/>
                  <a:pt x="2206982" y="50444"/>
                </a:cubicBezTo>
                <a:lnTo>
                  <a:pt x="2206982" y="908017"/>
                </a:lnTo>
                <a:cubicBezTo>
                  <a:pt x="2206982" y="935876"/>
                  <a:pt x="2184398" y="958461"/>
                  <a:pt x="2156538" y="958461"/>
                </a:cubicBezTo>
                <a:lnTo>
                  <a:pt x="50444" y="958461"/>
                </a:lnTo>
                <a:cubicBezTo>
                  <a:pt x="22584" y="958461"/>
                  <a:pt x="0" y="935876"/>
                  <a:pt x="0" y="908017"/>
                </a:cubicBezTo>
                <a:lnTo>
                  <a:pt x="0" y="50444"/>
                </a:lnTo>
                <a:cubicBezTo>
                  <a:pt x="0" y="22603"/>
                  <a:pt x="22603" y="0"/>
                  <a:pt x="5044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3129448" y="4144921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粘贴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22766" y="4094475"/>
            <a:ext cx="718846" cy="353117"/>
          </a:xfrm>
          <a:custGeom>
            <a:avLst/>
            <a:gdLst/>
            <a:ahLst/>
            <a:cxnLst/>
            <a:rect l="l" t="t" r="r" b="b"/>
            <a:pathLst>
              <a:path w="718846" h="353117">
                <a:moveTo>
                  <a:pt x="50446" y="0"/>
                </a:moveTo>
                <a:lnTo>
                  <a:pt x="668399" y="0"/>
                </a:lnTo>
                <a:cubicBezTo>
                  <a:pt x="696260" y="0"/>
                  <a:pt x="718846" y="22586"/>
                  <a:pt x="718846" y="50446"/>
                </a:cubicBezTo>
                <a:lnTo>
                  <a:pt x="718846" y="302671"/>
                </a:lnTo>
                <a:cubicBezTo>
                  <a:pt x="718846" y="330532"/>
                  <a:pt x="696260" y="353117"/>
                  <a:pt x="668399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4422766" y="4094475"/>
            <a:ext cx="807125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29448" y="4548483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28940" y="4498038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4428940" y="4498038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Ctrl+X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4642" y="5052936"/>
            <a:ext cx="2206982" cy="958461"/>
          </a:xfrm>
          <a:custGeom>
            <a:avLst/>
            <a:gdLst/>
            <a:ahLst/>
            <a:cxnLst/>
            <a:rect l="l" t="t" r="r" b="b"/>
            <a:pathLst>
              <a:path w="2206982" h="958461">
                <a:moveTo>
                  <a:pt x="50444" y="0"/>
                </a:moveTo>
                <a:lnTo>
                  <a:pt x="2156538" y="0"/>
                </a:lnTo>
                <a:cubicBezTo>
                  <a:pt x="2184398" y="0"/>
                  <a:pt x="2206982" y="22584"/>
                  <a:pt x="2206982" y="50444"/>
                </a:cubicBezTo>
                <a:lnTo>
                  <a:pt x="2206982" y="908017"/>
                </a:lnTo>
                <a:cubicBezTo>
                  <a:pt x="2206982" y="935876"/>
                  <a:pt x="2184398" y="958461"/>
                  <a:pt x="2156538" y="958461"/>
                </a:cubicBezTo>
                <a:lnTo>
                  <a:pt x="50444" y="958461"/>
                </a:lnTo>
                <a:cubicBezTo>
                  <a:pt x="22584" y="958461"/>
                  <a:pt x="0" y="935876"/>
                  <a:pt x="0" y="908017"/>
                </a:cubicBezTo>
                <a:lnTo>
                  <a:pt x="0" y="50444"/>
                </a:lnTo>
                <a:cubicBezTo>
                  <a:pt x="0" y="22603"/>
                  <a:pt x="22603" y="0"/>
                  <a:pt x="5044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815533" y="5204272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撤销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20673" y="5153827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2120673" y="5153827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Ctrl+Z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5533" y="5607835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重做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16207" y="5557389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2116207" y="5557389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28558" y="5052936"/>
            <a:ext cx="2206982" cy="958461"/>
          </a:xfrm>
          <a:custGeom>
            <a:avLst/>
            <a:gdLst/>
            <a:ahLst/>
            <a:cxnLst/>
            <a:rect l="l" t="t" r="r" b="b"/>
            <a:pathLst>
              <a:path w="2206982" h="958461">
                <a:moveTo>
                  <a:pt x="50444" y="0"/>
                </a:moveTo>
                <a:lnTo>
                  <a:pt x="2156538" y="0"/>
                </a:lnTo>
                <a:cubicBezTo>
                  <a:pt x="2184398" y="0"/>
                  <a:pt x="2206982" y="22584"/>
                  <a:pt x="2206982" y="50444"/>
                </a:cubicBezTo>
                <a:lnTo>
                  <a:pt x="2206982" y="908017"/>
                </a:lnTo>
                <a:cubicBezTo>
                  <a:pt x="2206982" y="935876"/>
                  <a:pt x="2184398" y="958461"/>
                  <a:pt x="2156538" y="958461"/>
                </a:cubicBezTo>
                <a:lnTo>
                  <a:pt x="50444" y="958461"/>
                </a:lnTo>
                <a:cubicBezTo>
                  <a:pt x="22584" y="958461"/>
                  <a:pt x="0" y="935876"/>
                  <a:pt x="0" y="908017"/>
                </a:cubicBezTo>
                <a:lnTo>
                  <a:pt x="0" y="50444"/>
                </a:lnTo>
                <a:cubicBezTo>
                  <a:pt x="0" y="22603"/>
                  <a:pt x="22603" y="0"/>
                  <a:pt x="50444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3129448" y="5204272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查找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8268" y="5153827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4438268" y="5153827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Ctrl+F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129448" y="5607835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替换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3045" y="5557389"/>
            <a:ext cx="731457" cy="353117"/>
          </a:xfrm>
          <a:custGeom>
            <a:avLst/>
            <a:gdLst/>
            <a:ahLst/>
            <a:cxnLst/>
            <a:rect l="l" t="t" r="r" b="b"/>
            <a:pathLst>
              <a:path w="731457" h="353117">
                <a:moveTo>
                  <a:pt x="50446" y="0"/>
                </a:moveTo>
                <a:lnTo>
                  <a:pt x="681011" y="0"/>
                </a:lnTo>
                <a:cubicBezTo>
                  <a:pt x="708871" y="0"/>
                  <a:pt x="731457" y="22586"/>
                  <a:pt x="731457" y="50446"/>
                </a:cubicBezTo>
                <a:lnTo>
                  <a:pt x="731457" y="302671"/>
                </a:lnTo>
                <a:cubicBezTo>
                  <a:pt x="731457" y="330532"/>
                  <a:pt x="708871" y="353117"/>
                  <a:pt x="68101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4413045" y="5557389"/>
            <a:ext cx="819736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4642" y="6667186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23657" y="6616741"/>
            <a:ext cx="718846" cy="353117"/>
          </a:xfrm>
          <a:custGeom>
            <a:avLst/>
            <a:gdLst/>
            <a:ahLst/>
            <a:cxnLst/>
            <a:rect l="l" t="t" r="r" b="b"/>
            <a:pathLst>
              <a:path w="718846" h="353117">
                <a:moveTo>
                  <a:pt x="50446" y="0"/>
                </a:moveTo>
                <a:lnTo>
                  <a:pt x="668399" y="0"/>
                </a:lnTo>
                <a:cubicBezTo>
                  <a:pt x="696260" y="0"/>
                  <a:pt x="718846" y="22586"/>
                  <a:pt x="718846" y="50446"/>
                </a:cubicBezTo>
                <a:lnTo>
                  <a:pt x="718846" y="302671"/>
                </a:lnTo>
                <a:cubicBezTo>
                  <a:pt x="718846" y="330532"/>
                  <a:pt x="696260" y="353117"/>
                  <a:pt x="668399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4523657" y="6616741"/>
            <a:ext cx="807125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4642" y="7070748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新建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11177" y="7020303"/>
            <a:ext cx="731457" cy="353117"/>
          </a:xfrm>
          <a:custGeom>
            <a:avLst/>
            <a:gdLst/>
            <a:ahLst/>
            <a:cxnLst/>
            <a:rect l="l" t="t" r="r" b="b"/>
            <a:pathLst>
              <a:path w="731457" h="353117">
                <a:moveTo>
                  <a:pt x="50446" y="0"/>
                </a:moveTo>
                <a:lnTo>
                  <a:pt x="681011" y="0"/>
                </a:lnTo>
                <a:cubicBezTo>
                  <a:pt x="708871" y="0"/>
                  <a:pt x="731457" y="22586"/>
                  <a:pt x="731457" y="50446"/>
                </a:cubicBezTo>
                <a:lnTo>
                  <a:pt x="731457" y="302671"/>
                </a:lnTo>
                <a:cubicBezTo>
                  <a:pt x="731457" y="330532"/>
                  <a:pt x="708871" y="353117"/>
                  <a:pt x="681011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4511177" y="7020303"/>
            <a:ext cx="819736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4642" y="7474311"/>
            <a:ext cx="441396" cy="2522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30751" y="7423866"/>
            <a:ext cx="706234" cy="353117"/>
          </a:xfrm>
          <a:custGeom>
            <a:avLst/>
            <a:gdLst/>
            <a:ahLst/>
            <a:cxnLst/>
            <a:rect l="l" t="t" r="r" b="b"/>
            <a:pathLst>
              <a:path w="706234" h="353117">
                <a:moveTo>
                  <a:pt x="50446" y="0"/>
                </a:moveTo>
                <a:lnTo>
                  <a:pt x="655788" y="0"/>
                </a:lnTo>
                <a:cubicBezTo>
                  <a:pt x="683649" y="0"/>
                  <a:pt x="706234" y="22586"/>
                  <a:pt x="706234" y="50446"/>
                </a:cubicBezTo>
                <a:lnTo>
                  <a:pt x="706234" y="302671"/>
                </a:lnTo>
                <a:cubicBezTo>
                  <a:pt x="706234" y="330532"/>
                  <a:pt x="683649" y="353117"/>
                  <a:pt x="655788" y="353117"/>
                </a:cubicBezTo>
                <a:lnTo>
                  <a:pt x="50446" y="353117"/>
                </a:lnTo>
                <a:cubicBezTo>
                  <a:pt x="22586" y="353117"/>
                  <a:pt x="0" y="330532"/>
                  <a:pt x="0" y="302671"/>
                </a:cubicBezTo>
                <a:lnTo>
                  <a:pt x="0" y="50446"/>
                </a:lnTo>
                <a:cubicBezTo>
                  <a:pt x="0" y="22604"/>
                  <a:pt x="22604" y="0"/>
                  <a:pt x="50446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4530751" y="7423866"/>
            <a:ext cx="794514" cy="353117"/>
          </a:xfrm>
          <a:prstGeom prst="rect">
            <a:avLst/>
          </a:prstGeom>
          <a:noFill/>
        </p:spPr>
        <p:txBody>
          <a:bodyPr wrap="square" lIns="100891" tIns="50445" rIns="100891" bIns="50445" rtlCol="0" anchor="ctr"/>
          <a:lstStyle/>
          <a:p>
            <a:pPr>
              <a:lnSpc>
                <a:spcPct val="120000"/>
              </a:lnSpc>
            </a:pPr>
            <a:r>
              <a:rPr lang="en-US" sz="139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Ctrl+P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57757" y="2274243"/>
            <a:ext cx="4939436" cy="5708727"/>
          </a:xfrm>
          <a:custGeom>
            <a:avLst/>
            <a:gdLst/>
            <a:ahLst/>
            <a:cxnLst/>
            <a:rect l="l" t="t" r="r" b="b"/>
            <a:pathLst>
              <a:path w="4939436" h="5708727">
                <a:moveTo>
                  <a:pt x="100913" y="0"/>
                </a:moveTo>
                <a:lnTo>
                  <a:pt x="4838524" y="0"/>
                </a:lnTo>
                <a:cubicBezTo>
                  <a:pt x="4894256" y="0"/>
                  <a:pt x="4939436" y="45180"/>
                  <a:pt x="4939436" y="100913"/>
                </a:cubicBezTo>
                <a:lnTo>
                  <a:pt x="4939436" y="5607815"/>
                </a:lnTo>
                <a:cubicBezTo>
                  <a:pt x="4939436" y="5663547"/>
                  <a:pt x="4894256" y="5708727"/>
                  <a:pt x="4838524" y="5708727"/>
                </a:cubicBezTo>
                <a:lnTo>
                  <a:pt x="100913" y="5708727"/>
                </a:lnTo>
                <a:cubicBezTo>
                  <a:pt x="45180" y="5708727"/>
                  <a:pt x="0" y="5663547"/>
                  <a:pt x="0" y="5607815"/>
                </a:cubicBezTo>
                <a:lnTo>
                  <a:pt x="0" y="100913"/>
                </a:lnTo>
                <a:cubicBezTo>
                  <a:pt x="0" y="45217"/>
                  <a:pt x="45217" y="0"/>
                  <a:pt x="100913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63742" y="2480226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052911" y="2631561"/>
            <a:ext cx="227004" cy="302672"/>
          </a:xfrm>
          <a:custGeom>
            <a:avLst/>
            <a:gdLst/>
            <a:ahLst/>
            <a:cxnLst/>
            <a:rect l="l" t="t" r="r" b="b"/>
            <a:pathLst>
              <a:path w="227004" h="302672">
                <a:moveTo>
                  <a:pt x="0" y="37834"/>
                </a:moveTo>
                <a:cubicBezTo>
                  <a:pt x="0" y="16966"/>
                  <a:pt x="16966" y="0"/>
                  <a:pt x="37834" y="0"/>
                </a:cubicBezTo>
                <a:lnTo>
                  <a:pt x="126212" y="0"/>
                </a:lnTo>
                <a:cubicBezTo>
                  <a:pt x="136261" y="0"/>
                  <a:pt x="145897" y="3961"/>
                  <a:pt x="152991" y="11055"/>
                </a:cubicBezTo>
                <a:lnTo>
                  <a:pt x="215949" y="74072"/>
                </a:lnTo>
                <a:cubicBezTo>
                  <a:pt x="223043" y="81166"/>
                  <a:pt x="227004" y="90802"/>
                  <a:pt x="227004" y="100851"/>
                </a:cubicBezTo>
                <a:lnTo>
                  <a:pt x="227004" y="264838"/>
                </a:lnTo>
                <a:cubicBezTo>
                  <a:pt x="227004" y="285706"/>
                  <a:pt x="210038" y="302672"/>
                  <a:pt x="189170" y="302672"/>
                </a:cubicBezTo>
                <a:lnTo>
                  <a:pt x="37834" y="302672"/>
                </a:lnTo>
                <a:cubicBezTo>
                  <a:pt x="16966" y="302672"/>
                  <a:pt x="0" y="285706"/>
                  <a:pt x="0" y="264838"/>
                </a:cubicBezTo>
                <a:lnTo>
                  <a:pt x="0" y="37834"/>
                </a:lnTo>
                <a:close/>
                <a:moveTo>
                  <a:pt x="122960" y="34583"/>
                </a:moveTo>
                <a:lnTo>
                  <a:pt x="122960" y="89856"/>
                </a:lnTo>
                <a:cubicBezTo>
                  <a:pt x="122960" y="97718"/>
                  <a:pt x="129286" y="104043"/>
                  <a:pt x="137148" y="104043"/>
                </a:cubicBezTo>
                <a:lnTo>
                  <a:pt x="192421" y="104043"/>
                </a:lnTo>
                <a:lnTo>
                  <a:pt x="122960" y="34583"/>
                </a:lnTo>
                <a:close/>
                <a:moveTo>
                  <a:pt x="70939" y="151336"/>
                </a:moveTo>
                <a:cubicBezTo>
                  <a:pt x="63076" y="151336"/>
                  <a:pt x="56751" y="157661"/>
                  <a:pt x="56751" y="165524"/>
                </a:cubicBezTo>
                <a:cubicBezTo>
                  <a:pt x="56751" y="173386"/>
                  <a:pt x="63076" y="179711"/>
                  <a:pt x="70939" y="179711"/>
                </a:cubicBezTo>
                <a:lnTo>
                  <a:pt x="156065" y="179711"/>
                </a:lnTo>
                <a:cubicBezTo>
                  <a:pt x="163928" y="179711"/>
                  <a:pt x="170253" y="173386"/>
                  <a:pt x="170253" y="165524"/>
                </a:cubicBezTo>
                <a:cubicBezTo>
                  <a:pt x="170253" y="157661"/>
                  <a:pt x="163928" y="151336"/>
                  <a:pt x="156065" y="151336"/>
                </a:cubicBezTo>
                <a:lnTo>
                  <a:pt x="70939" y="151336"/>
                </a:lnTo>
                <a:close/>
                <a:moveTo>
                  <a:pt x="70939" y="208087"/>
                </a:moveTo>
                <a:cubicBezTo>
                  <a:pt x="63076" y="208087"/>
                  <a:pt x="56751" y="214412"/>
                  <a:pt x="56751" y="222275"/>
                </a:cubicBezTo>
                <a:cubicBezTo>
                  <a:pt x="56751" y="230137"/>
                  <a:pt x="63076" y="236462"/>
                  <a:pt x="70939" y="236462"/>
                </a:cubicBezTo>
                <a:lnTo>
                  <a:pt x="156065" y="236462"/>
                </a:lnTo>
                <a:cubicBezTo>
                  <a:pt x="163928" y="236462"/>
                  <a:pt x="170253" y="230137"/>
                  <a:pt x="170253" y="222275"/>
                </a:cubicBezTo>
                <a:cubicBezTo>
                  <a:pt x="170253" y="214412"/>
                  <a:pt x="163928" y="208087"/>
                  <a:pt x="156065" y="208087"/>
                </a:cubicBezTo>
                <a:lnTo>
                  <a:pt x="70939" y="208087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51" name="Text 49"/>
          <p:cNvSpPr/>
          <p:nvPr/>
        </p:nvSpPr>
        <p:spPr>
          <a:xfrm>
            <a:off x="6620422" y="2581116"/>
            <a:ext cx="1362023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模板使用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63742" y="3236905"/>
            <a:ext cx="4628357" cy="605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利用内置和在线模板,快速创建专业文档、表格和演示,节省设计时间。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863742" y="3993585"/>
            <a:ext cx="4527466" cy="2068258"/>
          </a:xfrm>
          <a:custGeom>
            <a:avLst/>
            <a:gdLst/>
            <a:ahLst/>
            <a:cxnLst/>
            <a:rect l="l" t="t" r="r" b="b"/>
            <a:pathLst>
              <a:path w="4527466" h="2068258">
                <a:moveTo>
                  <a:pt x="100890" y="0"/>
                </a:moveTo>
                <a:lnTo>
                  <a:pt x="4426577" y="0"/>
                </a:lnTo>
                <a:cubicBezTo>
                  <a:pt x="4482296" y="0"/>
                  <a:pt x="4527466" y="45170"/>
                  <a:pt x="4527466" y="100890"/>
                </a:cubicBezTo>
                <a:lnTo>
                  <a:pt x="4527466" y="1967368"/>
                </a:lnTo>
                <a:cubicBezTo>
                  <a:pt x="4527466" y="2023088"/>
                  <a:pt x="4482296" y="2068258"/>
                  <a:pt x="4426577" y="2068258"/>
                </a:cubicBezTo>
                <a:lnTo>
                  <a:pt x="100890" y="2068258"/>
                </a:lnTo>
                <a:cubicBezTo>
                  <a:pt x="45170" y="2068258"/>
                  <a:pt x="0" y="2023088"/>
                  <a:pt x="0" y="1967368"/>
                </a:cubicBezTo>
                <a:lnTo>
                  <a:pt x="0" y="100890"/>
                </a:lnTo>
                <a:cubicBezTo>
                  <a:pt x="0" y="45207"/>
                  <a:pt x="45207" y="0"/>
                  <a:pt x="100890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015077" y="4144921"/>
            <a:ext cx="4325685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模板资源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051335" y="4611540"/>
            <a:ext cx="154489" cy="176559"/>
          </a:xfrm>
          <a:custGeom>
            <a:avLst/>
            <a:gdLst/>
            <a:ahLst/>
            <a:cxnLst/>
            <a:rect l="l" t="t" r="r" b="b"/>
            <a:pathLst>
              <a:path w="154489" h="176559">
                <a:moveTo>
                  <a:pt x="149937" y="24173"/>
                </a:moveTo>
                <a:cubicBezTo>
                  <a:pt x="154868" y="27760"/>
                  <a:pt x="155972" y="34657"/>
                  <a:pt x="152385" y="39588"/>
                </a:cubicBezTo>
                <a:lnTo>
                  <a:pt x="64106" y="160972"/>
                </a:lnTo>
                <a:cubicBezTo>
                  <a:pt x="62209" y="163593"/>
                  <a:pt x="59278" y="165213"/>
                  <a:pt x="56037" y="165489"/>
                </a:cubicBezTo>
                <a:cubicBezTo>
                  <a:pt x="52795" y="165765"/>
                  <a:pt x="49657" y="164558"/>
                  <a:pt x="47381" y="162282"/>
                </a:cubicBezTo>
                <a:lnTo>
                  <a:pt x="3242" y="118143"/>
                </a:lnTo>
                <a:cubicBezTo>
                  <a:pt x="-1069" y="113832"/>
                  <a:pt x="-1069" y="106832"/>
                  <a:pt x="3242" y="102521"/>
                </a:cubicBezTo>
                <a:cubicBezTo>
                  <a:pt x="7552" y="98211"/>
                  <a:pt x="14552" y="98211"/>
                  <a:pt x="18863" y="102521"/>
                </a:cubicBezTo>
                <a:lnTo>
                  <a:pt x="53864" y="137523"/>
                </a:lnTo>
                <a:lnTo>
                  <a:pt x="134557" y="26587"/>
                </a:lnTo>
                <a:cubicBezTo>
                  <a:pt x="138143" y="21656"/>
                  <a:pt x="145040" y="20553"/>
                  <a:pt x="149971" y="2413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6" name="Text 54"/>
          <p:cNvSpPr/>
          <p:nvPr/>
        </p:nvSpPr>
        <p:spPr>
          <a:xfrm>
            <a:off x="6336666" y="4548483"/>
            <a:ext cx="1677306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Office官方模板库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051335" y="4964657"/>
            <a:ext cx="154489" cy="176559"/>
          </a:xfrm>
          <a:custGeom>
            <a:avLst/>
            <a:gdLst/>
            <a:ahLst/>
            <a:cxnLst/>
            <a:rect l="l" t="t" r="r" b="b"/>
            <a:pathLst>
              <a:path w="154489" h="176559">
                <a:moveTo>
                  <a:pt x="149937" y="24173"/>
                </a:moveTo>
                <a:cubicBezTo>
                  <a:pt x="154868" y="27760"/>
                  <a:pt x="155972" y="34657"/>
                  <a:pt x="152385" y="39588"/>
                </a:cubicBezTo>
                <a:lnTo>
                  <a:pt x="64106" y="160972"/>
                </a:lnTo>
                <a:cubicBezTo>
                  <a:pt x="62209" y="163593"/>
                  <a:pt x="59278" y="165213"/>
                  <a:pt x="56037" y="165489"/>
                </a:cubicBezTo>
                <a:cubicBezTo>
                  <a:pt x="52795" y="165765"/>
                  <a:pt x="49657" y="164558"/>
                  <a:pt x="47381" y="162282"/>
                </a:cubicBezTo>
                <a:lnTo>
                  <a:pt x="3242" y="118143"/>
                </a:lnTo>
                <a:cubicBezTo>
                  <a:pt x="-1069" y="113832"/>
                  <a:pt x="-1069" y="106832"/>
                  <a:pt x="3242" y="102521"/>
                </a:cubicBezTo>
                <a:cubicBezTo>
                  <a:pt x="7552" y="98211"/>
                  <a:pt x="14552" y="98211"/>
                  <a:pt x="18863" y="102521"/>
                </a:cubicBezTo>
                <a:lnTo>
                  <a:pt x="53864" y="137523"/>
                </a:lnTo>
                <a:lnTo>
                  <a:pt x="134557" y="26587"/>
                </a:lnTo>
                <a:cubicBezTo>
                  <a:pt x="138143" y="21656"/>
                  <a:pt x="145040" y="20553"/>
                  <a:pt x="149971" y="2413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8" name="Text 56"/>
          <p:cNvSpPr/>
          <p:nvPr/>
        </p:nvSpPr>
        <p:spPr>
          <a:xfrm>
            <a:off x="6336666" y="4901600"/>
            <a:ext cx="1513359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第三方设计网站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051335" y="5317774"/>
            <a:ext cx="154489" cy="176559"/>
          </a:xfrm>
          <a:custGeom>
            <a:avLst/>
            <a:gdLst/>
            <a:ahLst/>
            <a:cxnLst/>
            <a:rect l="l" t="t" r="r" b="b"/>
            <a:pathLst>
              <a:path w="154489" h="176559">
                <a:moveTo>
                  <a:pt x="149937" y="24173"/>
                </a:moveTo>
                <a:cubicBezTo>
                  <a:pt x="154868" y="27760"/>
                  <a:pt x="155972" y="34657"/>
                  <a:pt x="152385" y="39588"/>
                </a:cubicBezTo>
                <a:lnTo>
                  <a:pt x="64106" y="160972"/>
                </a:lnTo>
                <a:cubicBezTo>
                  <a:pt x="62209" y="163593"/>
                  <a:pt x="59278" y="165213"/>
                  <a:pt x="56037" y="165489"/>
                </a:cubicBezTo>
                <a:cubicBezTo>
                  <a:pt x="52795" y="165765"/>
                  <a:pt x="49657" y="164558"/>
                  <a:pt x="47381" y="162282"/>
                </a:cubicBezTo>
                <a:lnTo>
                  <a:pt x="3242" y="118143"/>
                </a:lnTo>
                <a:cubicBezTo>
                  <a:pt x="-1069" y="113832"/>
                  <a:pt x="-1069" y="106832"/>
                  <a:pt x="3242" y="102521"/>
                </a:cubicBezTo>
                <a:cubicBezTo>
                  <a:pt x="7552" y="98211"/>
                  <a:pt x="14552" y="98211"/>
                  <a:pt x="18863" y="102521"/>
                </a:cubicBezTo>
                <a:lnTo>
                  <a:pt x="53864" y="137523"/>
                </a:lnTo>
                <a:lnTo>
                  <a:pt x="134557" y="26587"/>
                </a:lnTo>
                <a:cubicBezTo>
                  <a:pt x="138143" y="21656"/>
                  <a:pt x="145040" y="20553"/>
                  <a:pt x="149971" y="2413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0" name="Text 58"/>
          <p:cNvSpPr/>
          <p:nvPr/>
        </p:nvSpPr>
        <p:spPr>
          <a:xfrm>
            <a:off x="6336666" y="5254717"/>
            <a:ext cx="1311578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企业定制模板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051335" y="5670891"/>
            <a:ext cx="154489" cy="176559"/>
          </a:xfrm>
          <a:custGeom>
            <a:avLst/>
            <a:gdLst/>
            <a:ahLst/>
            <a:cxnLst/>
            <a:rect l="l" t="t" r="r" b="b"/>
            <a:pathLst>
              <a:path w="154489" h="176559">
                <a:moveTo>
                  <a:pt x="149937" y="24173"/>
                </a:moveTo>
                <a:cubicBezTo>
                  <a:pt x="154868" y="27760"/>
                  <a:pt x="155972" y="34657"/>
                  <a:pt x="152385" y="39588"/>
                </a:cubicBezTo>
                <a:lnTo>
                  <a:pt x="64106" y="160972"/>
                </a:lnTo>
                <a:cubicBezTo>
                  <a:pt x="62209" y="163593"/>
                  <a:pt x="59278" y="165213"/>
                  <a:pt x="56037" y="165489"/>
                </a:cubicBezTo>
                <a:cubicBezTo>
                  <a:pt x="52795" y="165765"/>
                  <a:pt x="49657" y="164558"/>
                  <a:pt x="47381" y="162282"/>
                </a:cubicBezTo>
                <a:lnTo>
                  <a:pt x="3242" y="118143"/>
                </a:lnTo>
                <a:cubicBezTo>
                  <a:pt x="-1069" y="113832"/>
                  <a:pt x="-1069" y="106832"/>
                  <a:pt x="3242" y="102521"/>
                </a:cubicBezTo>
                <a:cubicBezTo>
                  <a:pt x="7552" y="98211"/>
                  <a:pt x="14552" y="98211"/>
                  <a:pt x="18863" y="102521"/>
                </a:cubicBezTo>
                <a:lnTo>
                  <a:pt x="53864" y="137523"/>
                </a:lnTo>
                <a:lnTo>
                  <a:pt x="134557" y="26587"/>
                </a:lnTo>
                <a:cubicBezTo>
                  <a:pt x="138143" y="21656"/>
                  <a:pt x="145040" y="20553"/>
                  <a:pt x="149971" y="2413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62" name="Text 60"/>
          <p:cNvSpPr/>
          <p:nvPr/>
        </p:nvSpPr>
        <p:spPr>
          <a:xfrm>
            <a:off x="6336666" y="5607835"/>
            <a:ext cx="110979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个人模板库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863742" y="6061842"/>
            <a:ext cx="4527466" cy="1715140"/>
          </a:xfrm>
          <a:custGeom>
            <a:avLst/>
            <a:gdLst/>
            <a:ahLst/>
            <a:cxnLst/>
            <a:rect l="l" t="t" r="r" b="b"/>
            <a:pathLst>
              <a:path w="4527466" h="1715140">
                <a:moveTo>
                  <a:pt x="100885" y="0"/>
                </a:moveTo>
                <a:lnTo>
                  <a:pt x="4426582" y="0"/>
                </a:lnTo>
                <a:cubicBezTo>
                  <a:pt x="4482299" y="0"/>
                  <a:pt x="4527466" y="45168"/>
                  <a:pt x="4527466" y="100885"/>
                </a:cubicBezTo>
                <a:lnTo>
                  <a:pt x="4527466" y="1614256"/>
                </a:lnTo>
                <a:cubicBezTo>
                  <a:pt x="4527466" y="1669973"/>
                  <a:pt x="4482299" y="1715140"/>
                  <a:pt x="4426582" y="1715140"/>
                </a:cubicBezTo>
                <a:lnTo>
                  <a:pt x="100885" y="1715140"/>
                </a:lnTo>
                <a:cubicBezTo>
                  <a:pt x="45168" y="1715140"/>
                  <a:pt x="0" y="1669973"/>
                  <a:pt x="0" y="1614256"/>
                </a:cubicBezTo>
                <a:lnTo>
                  <a:pt x="0" y="100885"/>
                </a:lnTo>
                <a:cubicBezTo>
                  <a:pt x="0" y="45205"/>
                  <a:pt x="45205" y="0"/>
                  <a:pt x="100885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6015077" y="6213178"/>
            <a:ext cx="4325685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使用技巧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029265" y="6679797"/>
            <a:ext cx="198628" cy="176559"/>
          </a:xfrm>
          <a:custGeom>
            <a:avLst/>
            <a:gdLst/>
            <a:ahLst/>
            <a:cxnLst/>
            <a:rect l="l" t="t" r="r" b="b"/>
            <a:pathLst>
              <a:path w="198628" h="176559">
                <a:moveTo>
                  <a:pt x="106728" y="-6517"/>
                </a:moveTo>
                <a:cubicBezTo>
                  <a:pt x="105314" y="-9276"/>
                  <a:pt x="102452" y="-11035"/>
                  <a:pt x="99349" y="-11035"/>
                </a:cubicBezTo>
                <a:cubicBezTo>
                  <a:pt x="96245" y="-11035"/>
                  <a:pt x="93383" y="-9276"/>
                  <a:pt x="91969" y="-6517"/>
                </a:cubicBezTo>
                <a:lnTo>
                  <a:pt x="66589" y="43209"/>
                </a:lnTo>
                <a:lnTo>
                  <a:pt x="11449" y="51968"/>
                </a:lnTo>
                <a:cubicBezTo>
                  <a:pt x="8380" y="52450"/>
                  <a:pt x="5828" y="54623"/>
                  <a:pt x="4862" y="57588"/>
                </a:cubicBezTo>
                <a:cubicBezTo>
                  <a:pt x="3897" y="60554"/>
                  <a:pt x="4690" y="63796"/>
                  <a:pt x="6862" y="66003"/>
                </a:cubicBezTo>
                <a:lnTo>
                  <a:pt x="46312" y="105487"/>
                </a:lnTo>
                <a:lnTo>
                  <a:pt x="37622" y="160627"/>
                </a:lnTo>
                <a:cubicBezTo>
                  <a:pt x="37139" y="163696"/>
                  <a:pt x="38415" y="166800"/>
                  <a:pt x="40933" y="168627"/>
                </a:cubicBezTo>
                <a:cubicBezTo>
                  <a:pt x="43450" y="170455"/>
                  <a:pt x="46760" y="170731"/>
                  <a:pt x="49554" y="169317"/>
                </a:cubicBezTo>
                <a:lnTo>
                  <a:pt x="99349" y="144006"/>
                </a:lnTo>
                <a:lnTo>
                  <a:pt x="149109" y="169317"/>
                </a:lnTo>
                <a:cubicBezTo>
                  <a:pt x="151868" y="170731"/>
                  <a:pt x="155213" y="170455"/>
                  <a:pt x="157730" y="168627"/>
                </a:cubicBezTo>
                <a:cubicBezTo>
                  <a:pt x="160248" y="166800"/>
                  <a:pt x="161524" y="163730"/>
                  <a:pt x="161041" y="160627"/>
                </a:cubicBezTo>
                <a:lnTo>
                  <a:pt x="152316" y="105487"/>
                </a:lnTo>
                <a:lnTo>
                  <a:pt x="191766" y="66003"/>
                </a:lnTo>
                <a:cubicBezTo>
                  <a:pt x="193973" y="63796"/>
                  <a:pt x="194732" y="60554"/>
                  <a:pt x="193766" y="57588"/>
                </a:cubicBezTo>
                <a:cubicBezTo>
                  <a:pt x="192801" y="54623"/>
                  <a:pt x="190283" y="52450"/>
                  <a:pt x="187180" y="51968"/>
                </a:cubicBezTo>
                <a:lnTo>
                  <a:pt x="132074" y="43209"/>
                </a:lnTo>
                <a:lnTo>
                  <a:pt x="106728" y="-6517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66" name="Text 64"/>
          <p:cNvSpPr/>
          <p:nvPr/>
        </p:nvSpPr>
        <p:spPr>
          <a:xfrm>
            <a:off x="6336666" y="6616741"/>
            <a:ext cx="1311578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收藏常用模板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029265" y="7032914"/>
            <a:ext cx="198628" cy="176559"/>
          </a:xfrm>
          <a:custGeom>
            <a:avLst/>
            <a:gdLst/>
            <a:ahLst/>
            <a:cxnLst/>
            <a:rect l="l" t="t" r="r" b="b"/>
            <a:pathLst>
              <a:path w="198628" h="176559">
                <a:moveTo>
                  <a:pt x="106728" y="-6517"/>
                </a:moveTo>
                <a:cubicBezTo>
                  <a:pt x="105314" y="-9276"/>
                  <a:pt x="102452" y="-11035"/>
                  <a:pt x="99349" y="-11035"/>
                </a:cubicBezTo>
                <a:cubicBezTo>
                  <a:pt x="96245" y="-11035"/>
                  <a:pt x="93383" y="-9276"/>
                  <a:pt x="91969" y="-6517"/>
                </a:cubicBezTo>
                <a:lnTo>
                  <a:pt x="66589" y="43209"/>
                </a:lnTo>
                <a:lnTo>
                  <a:pt x="11449" y="51968"/>
                </a:lnTo>
                <a:cubicBezTo>
                  <a:pt x="8380" y="52450"/>
                  <a:pt x="5828" y="54623"/>
                  <a:pt x="4862" y="57588"/>
                </a:cubicBezTo>
                <a:cubicBezTo>
                  <a:pt x="3897" y="60554"/>
                  <a:pt x="4690" y="63796"/>
                  <a:pt x="6862" y="66003"/>
                </a:cubicBezTo>
                <a:lnTo>
                  <a:pt x="46312" y="105487"/>
                </a:lnTo>
                <a:lnTo>
                  <a:pt x="37622" y="160627"/>
                </a:lnTo>
                <a:cubicBezTo>
                  <a:pt x="37139" y="163696"/>
                  <a:pt x="38415" y="166800"/>
                  <a:pt x="40933" y="168627"/>
                </a:cubicBezTo>
                <a:cubicBezTo>
                  <a:pt x="43450" y="170455"/>
                  <a:pt x="46760" y="170731"/>
                  <a:pt x="49554" y="169317"/>
                </a:cubicBezTo>
                <a:lnTo>
                  <a:pt x="99349" y="144006"/>
                </a:lnTo>
                <a:lnTo>
                  <a:pt x="149109" y="169317"/>
                </a:lnTo>
                <a:cubicBezTo>
                  <a:pt x="151868" y="170731"/>
                  <a:pt x="155213" y="170455"/>
                  <a:pt x="157730" y="168627"/>
                </a:cubicBezTo>
                <a:cubicBezTo>
                  <a:pt x="160248" y="166800"/>
                  <a:pt x="161524" y="163730"/>
                  <a:pt x="161041" y="160627"/>
                </a:cubicBezTo>
                <a:lnTo>
                  <a:pt x="152316" y="105487"/>
                </a:lnTo>
                <a:lnTo>
                  <a:pt x="191766" y="66003"/>
                </a:lnTo>
                <a:cubicBezTo>
                  <a:pt x="193973" y="63796"/>
                  <a:pt x="194732" y="60554"/>
                  <a:pt x="193766" y="57588"/>
                </a:cubicBezTo>
                <a:cubicBezTo>
                  <a:pt x="192801" y="54623"/>
                  <a:pt x="190283" y="52450"/>
                  <a:pt x="187180" y="51968"/>
                </a:cubicBezTo>
                <a:lnTo>
                  <a:pt x="132074" y="43209"/>
                </a:lnTo>
                <a:lnTo>
                  <a:pt x="106728" y="-6517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68" name="Text 66"/>
          <p:cNvSpPr/>
          <p:nvPr/>
        </p:nvSpPr>
        <p:spPr>
          <a:xfrm>
            <a:off x="6336666" y="6969858"/>
            <a:ext cx="110979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自定义修改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029265" y="7386032"/>
            <a:ext cx="198628" cy="176559"/>
          </a:xfrm>
          <a:custGeom>
            <a:avLst/>
            <a:gdLst/>
            <a:ahLst/>
            <a:cxnLst/>
            <a:rect l="l" t="t" r="r" b="b"/>
            <a:pathLst>
              <a:path w="198628" h="176559">
                <a:moveTo>
                  <a:pt x="106728" y="-6517"/>
                </a:moveTo>
                <a:cubicBezTo>
                  <a:pt x="105314" y="-9276"/>
                  <a:pt x="102452" y="-11035"/>
                  <a:pt x="99349" y="-11035"/>
                </a:cubicBezTo>
                <a:cubicBezTo>
                  <a:pt x="96245" y="-11035"/>
                  <a:pt x="93383" y="-9276"/>
                  <a:pt x="91969" y="-6517"/>
                </a:cubicBezTo>
                <a:lnTo>
                  <a:pt x="66589" y="43209"/>
                </a:lnTo>
                <a:lnTo>
                  <a:pt x="11449" y="51968"/>
                </a:lnTo>
                <a:cubicBezTo>
                  <a:pt x="8380" y="52450"/>
                  <a:pt x="5828" y="54623"/>
                  <a:pt x="4862" y="57588"/>
                </a:cubicBezTo>
                <a:cubicBezTo>
                  <a:pt x="3897" y="60554"/>
                  <a:pt x="4690" y="63796"/>
                  <a:pt x="6862" y="66003"/>
                </a:cubicBezTo>
                <a:lnTo>
                  <a:pt x="46312" y="105487"/>
                </a:lnTo>
                <a:lnTo>
                  <a:pt x="37622" y="160627"/>
                </a:lnTo>
                <a:cubicBezTo>
                  <a:pt x="37139" y="163696"/>
                  <a:pt x="38415" y="166800"/>
                  <a:pt x="40933" y="168627"/>
                </a:cubicBezTo>
                <a:cubicBezTo>
                  <a:pt x="43450" y="170455"/>
                  <a:pt x="46760" y="170731"/>
                  <a:pt x="49554" y="169317"/>
                </a:cubicBezTo>
                <a:lnTo>
                  <a:pt x="99349" y="144006"/>
                </a:lnTo>
                <a:lnTo>
                  <a:pt x="149109" y="169317"/>
                </a:lnTo>
                <a:cubicBezTo>
                  <a:pt x="151868" y="170731"/>
                  <a:pt x="155213" y="170455"/>
                  <a:pt x="157730" y="168627"/>
                </a:cubicBezTo>
                <a:cubicBezTo>
                  <a:pt x="160248" y="166800"/>
                  <a:pt x="161524" y="163730"/>
                  <a:pt x="161041" y="160627"/>
                </a:cubicBezTo>
                <a:lnTo>
                  <a:pt x="152316" y="105487"/>
                </a:lnTo>
                <a:lnTo>
                  <a:pt x="191766" y="66003"/>
                </a:lnTo>
                <a:cubicBezTo>
                  <a:pt x="193973" y="63796"/>
                  <a:pt x="194732" y="60554"/>
                  <a:pt x="193766" y="57588"/>
                </a:cubicBezTo>
                <a:cubicBezTo>
                  <a:pt x="192801" y="54623"/>
                  <a:pt x="190283" y="52450"/>
                  <a:pt x="187180" y="51968"/>
                </a:cubicBezTo>
                <a:lnTo>
                  <a:pt x="132074" y="43209"/>
                </a:lnTo>
                <a:lnTo>
                  <a:pt x="106728" y="-6517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70" name="Text 68"/>
          <p:cNvSpPr/>
          <p:nvPr/>
        </p:nvSpPr>
        <p:spPr>
          <a:xfrm>
            <a:off x="6336666" y="7322975"/>
            <a:ext cx="1311578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保存个人样式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806856" y="2274243"/>
            <a:ext cx="4939436" cy="5708727"/>
          </a:xfrm>
          <a:custGeom>
            <a:avLst/>
            <a:gdLst/>
            <a:ahLst/>
            <a:cxnLst/>
            <a:rect l="l" t="t" r="r" b="b"/>
            <a:pathLst>
              <a:path w="4939436" h="5708727">
                <a:moveTo>
                  <a:pt x="100913" y="0"/>
                </a:moveTo>
                <a:lnTo>
                  <a:pt x="4838524" y="0"/>
                </a:lnTo>
                <a:cubicBezTo>
                  <a:pt x="4894256" y="0"/>
                  <a:pt x="4939436" y="45180"/>
                  <a:pt x="4939436" y="100913"/>
                </a:cubicBezTo>
                <a:lnTo>
                  <a:pt x="4939436" y="5607815"/>
                </a:lnTo>
                <a:cubicBezTo>
                  <a:pt x="4939436" y="5663547"/>
                  <a:pt x="4894256" y="5708727"/>
                  <a:pt x="4838524" y="5708727"/>
                </a:cubicBezTo>
                <a:lnTo>
                  <a:pt x="100913" y="5708727"/>
                </a:lnTo>
                <a:cubicBezTo>
                  <a:pt x="45180" y="5708727"/>
                  <a:pt x="0" y="5663547"/>
                  <a:pt x="0" y="5607815"/>
                </a:cubicBezTo>
                <a:lnTo>
                  <a:pt x="0" y="100913"/>
                </a:lnTo>
                <a:cubicBezTo>
                  <a:pt x="0" y="45217"/>
                  <a:pt x="45217" y="0"/>
                  <a:pt x="100913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012841" y="2480226"/>
            <a:ext cx="605344" cy="605344"/>
          </a:xfrm>
          <a:custGeom>
            <a:avLst/>
            <a:gdLst/>
            <a:ahLst/>
            <a:cxnLst/>
            <a:rect l="l" t="t" r="r" b="b"/>
            <a:pathLst>
              <a:path w="605344" h="605344">
                <a:moveTo>
                  <a:pt x="100893" y="0"/>
                </a:moveTo>
                <a:lnTo>
                  <a:pt x="504451" y="0"/>
                </a:lnTo>
                <a:cubicBezTo>
                  <a:pt x="560173" y="0"/>
                  <a:pt x="605344" y="45171"/>
                  <a:pt x="605344" y="100893"/>
                </a:cubicBezTo>
                <a:lnTo>
                  <a:pt x="605344" y="504451"/>
                </a:lnTo>
                <a:cubicBezTo>
                  <a:pt x="605344" y="560173"/>
                  <a:pt x="560173" y="605344"/>
                  <a:pt x="504451" y="605344"/>
                </a:cubicBezTo>
                <a:lnTo>
                  <a:pt x="100893" y="605344"/>
                </a:lnTo>
                <a:cubicBezTo>
                  <a:pt x="45171" y="605344"/>
                  <a:pt x="0" y="560173"/>
                  <a:pt x="0" y="504451"/>
                </a:cubicBezTo>
                <a:lnTo>
                  <a:pt x="0" y="100893"/>
                </a:lnTo>
                <a:cubicBezTo>
                  <a:pt x="0" y="45208"/>
                  <a:pt x="45208" y="0"/>
                  <a:pt x="100893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73" name="Shape 71"/>
          <p:cNvSpPr/>
          <p:nvPr/>
        </p:nvSpPr>
        <p:spPr>
          <a:xfrm>
            <a:off x="11145260" y="2631561"/>
            <a:ext cx="340506" cy="302672"/>
          </a:xfrm>
          <a:custGeom>
            <a:avLst/>
            <a:gdLst/>
            <a:ahLst/>
            <a:cxnLst/>
            <a:rect l="l" t="t" r="r" b="b"/>
            <a:pathLst>
              <a:path w="340506" h="302672">
                <a:moveTo>
                  <a:pt x="0" y="198628"/>
                </a:moveTo>
                <a:cubicBezTo>
                  <a:pt x="0" y="245625"/>
                  <a:pt x="38130" y="283755"/>
                  <a:pt x="85126" y="283755"/>
                </a:cubicBezTo>
                <a:lnTo>
                  <a:pt x="264838" y="283755"/>
                </a:lnTo>
                <a:cubicBezTo>
                  <a:pt x="306633" y="283755"/>
                  <a:pt x="340506" y="249882"/>
                  <a:pt x="340506" y="208087"/>
                </a:cubicBezTo>
                <a:cubicBezTo>
                  <a:pt x="340506" y="177583"/>
                  <a:pt x="322476" y="151277"/>
                  <a:pt x="296465" y="139335"/>
                </a:cubicBezTo>
                <a:cubicBezTo>
                  <a:pt x="300425" y="131591"/>
                  <a:pt x="302672" y="122783"/>
                  <a:pt x="302672" y="113502"/>
                </a:cubicBezTo>
                <a:cubicBezTo>
                  <a:pt x="302672" y="82171"/>
                  <a:pt x="277252" y="56751"/>
                  <a:pt x="245921" y="56751"/>
                </a:cubicBezTo>
                <a:cubicBezTo>
                  <a:pt x="235457" y="56751"/>
                  <a:pt x="225703" y="59589"/>
                  <a:pt x="217309" y="64495"/>
                </a:cubicBezTo>
                <a:cubicBezTo>
                  <a:pt x="203062" y="37420"/>
                  <a:pt x="174627" y="18917"/>
                  <a:pt x="141877" y="18917"/>
                </a:cubicBezTo>
                <a:cubicBezTo>
                  <a:pt x="94881" y="18917"/>
                  <a:pt x="56751" y="57047"/>
                  <a:pt x="56751" y="104043"/>
                </a:cubicBezTo>
                <a:cubicBezTo>
                  <a:pt x="56751" y="108773"/>
                  <a:pt x="57165" y="113443"/>
                  <a:pt x="57874" y="117936"/>
                </a:cubicBezTo>
                <a:cubicBezTo>
                  <a:pt x="24237" y="129286"/>
                  <a:pt x="0" y="161149"/>
                  <a:pt x="0" y="198628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4" name="Text 72"/>
          <p:cNvSpPr/>
          <p:nvPr/>
        </p:nvSpPr>
        <p:spPr>
          <a:xfrm>
            <a:off x="11769521" y="2581116"/>
            <a:ext cx="1664695" cy="4035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云服务协作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1012841" y="3236905"/>
            <a:ext cx="4628357" cy="605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利用OneDrive云端存储,实现文档实时同步、多人协作、版本管理。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050675" y="4044030"/>
            <a:ext cx="176559" cy="201781"/>
          </a:xfrm>
          <a:custGeom>
            <a:avLst/>
            <a:gdLst/>
            <a:ahLst/>
            <a:cxnLst/>
            <a:rect l="l" t="t" r="r" b="b"/>
            <a:pathLst>
              <a:path w="176559" h="201781">
                <a:moveTo>
                  <a:pt x="171356" y="27627"/>
                </a:moveTo>
                <a:cubicBezTo>
                  <a:pt x="176992" y="31725"/>
                  <a:pt x="178253" y="39607"/>
                  <a:pt x="174155" y="45243"/>
                </a:cubicBezTo>
                <a:lnTo>
                  <a:pt x="73264" y="183968"/>
                </a:lnTo>
                <a:cubicBezTo>
                  <a:pt x="71096" y="186963"/>
                  <a:pt x="67746" y="188815"/>
                  <a:pt x="64042" y="189130"/>
                </a:cubicBezTo>
                <a:cubicBezTo>
                  <a:pt x="60337" y="189446"/>
                  <a:pt x="56751" y="188066"/>
                  <a:pt x="54150" y="185465"/>
                </a:cubicBezTo>
                <a:lnTo>
                  <a:pt x="3705" y="135020"/>
                </a:lnTo>
                <a:cubicBezTo>
                  <a:pt x="-1222" y="130094"/>
                  <a:pt x="-1222" y="122093"/>
                  <a:pt x="3705" y="117167"/>
                </a:cubicBezTo>
                <a:cubicBezTo>
                  <a:pt x="8631" y="112241"/>
                  <a:pt x="16631" y="112241"/>
                  <a:pt x="21557" y="117167"/>
                </a:cubicBezTo>
                <a:lnTo>
                  <a:pt x="61559" y="157169"/>
                </a:lnTo>
                <a:lnTo>
                  <a:pt x="153779" y="30385"/>
                </a:lnTo>
                <a:cubicBezTo>
                  <a:pt x="157878" y="24750"/>
                  <a:pt x="165760" y="23489"/>
                  <a:pt x="171396" y="27587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7" name="Text 75"/>
          <p:cNvSpPr/>
          <p:nvPr/>
        </p:nvSpPr>
        <p:spPr>
          <a:xfrm>
            <a:off x="11365958" y="3993585"/>
            <a:ext cx="349333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自动保存: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文档实时同步,防止数据丢失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1050675" y="5204272"/>
            <a:ext cx="176559" cy="201781"/>
          </a:xfrm>
          <a:custGeom>
            <a:avLst/>
            <a:gdLst/>
            <a:ahLst/>
            <a:cxnLst/>
            <a:rect l="l" t="t" r="r" b="b"/>
            <a:pathLst>
              <a:path w="176559" h="201781">
                <a:moveTo>
                  <a:pt x="171356" y="27627"/>
                </a:moveTo>
                <a:cubicBezTo>
                  <a:pt x="176992" y="31725"/>
                  <a:pt x="178253" y="39607"/>
                  <a:pt x="174155" y="45243"/>
                </a:cubicBezTo>
                <a:lnTo>
                  <a:pt x="73264" y="183968"/>
                </a:lnTo>
                <a:cubicBezTo>
                  <a:pt x="71096" y="186963"/>
                  <a:pt x="67746" y="188815"/>
                  <a:pt x="64042" y="189130"/>
                </a:cubicBezTo>
                <a:cubicBezTo>
                  <a:pt x="60337" y="189446"/>
                  <a:pt x="56751" y="188066"/>
                  <a:pt x="54150" y="185465"/>
                </a:cubicBezTo>
                <a:lnTo>
                  <a:pt x="3705" y="135020"/>
                </a:lnTo>
                <a:cubicBezTo>
                  <a:pt x="-1222" y="130094"/>
                  <a:pt x="-1222" y="122093"/>
                  <a:pt x="3705" y="117167"/>
                </a:cubicBezTo>
                <a:cubicBezTo>
                  <a:pt x="8631" y="112241"/>
                  <a:pt x="16631" y="112241"/>
                  <a:pt x="21557" y="117167"/>
                </a:cubicBezTo>
                <a:lnTo>
                  <a:pt x="61559" y="157169"/>
                </a:lnTo>
                <a:lnTo>
                  <a:pt x="153779" y="30385"/>
                </a:lnTo>
                <a:cubicBezTo>
                  <a:pt x="157878" y="24750"/>
                  <a:pt x="165760" y="23489"/>
                  <a:pt x="171396" y="27587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9" name="Text 77"/>
          <p:cNvSpPr/>
          <p:nvPr/>
        </p:nvSpPr>
        <p:spPr>
          <a:xfrm>
            <a:off x="11365958" y="5153827"/>
            <a:ext cx="3493337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多人协作: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实时共同编辑,提升团队效率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1050675" y="6364514"/>
            <a:ext cx="176559" cy="201781"/>
          </a:xfrm>
          <a:custGeom>
            <a:avLst/>
            <a:gdLst/>
            <a:ahLst/>
            <a:cxnLst/>
            <a:rect l="l" t="t" r="r" b="b"/>
            <a:pathLst>
              <a:path w="176559" h="201781">
                <a:moveTo>
                  <a:pt x="171356" y="27627"/>
                </a:moveTo>
                <a:cubicBezTo>
                  <a:pt x="176992" y="31725"/>
                  <a:pt x="178253" y="39607"/>
                  <a:pt x="174155" y="45243"/>
                </a:cubicBezTo>
                <a:lnTo>
                  <a:pt x="73264" y="183968"/>
                </a:lnTo>
                <a:cubicBezTo>
                  <a:pt x="71096" y="186963"/>
                  <a:pt x="67746" y="188815"/>
                  <a:pt x="64042" y="189130"/>
                </a:cubicBezTo>
                <a:cubicBezTo>
                  <a:pt x="60337" y="189446"/>
                  <a:pt x="56751" y="188066"/>
                  <a:pt x="54150" y="185465"/>
                </a:cubicBezTo>
                <a:lnTo>
                  <a:pt x="3705" y="135020"/>
                </a:lnTo>
                <a:cubicBezTo>
                  <a:pt x="-1222" y="130094"/>
                  <a:pt x="-1222" y="122093"/>
                  <a:pt x="3705" y="117167"/>
                </a:cubicBezTo>
                <a:cubicBezTo>
                  <a:pt x="8631" y="112241"/>
                  <a:pt x="16631" y="112241"/>
                  <a:pt x="21557" y="117167"/>
                </a:cubicBezTo>
                <a:lnTo>
                  <a:pt x="61559" y="157169"/>
                </a:lnTo>
                <a:lnTo>
                  <a:pt x="153779" y="30385"/>
                </a:lnTo>
                <a:cubicBezTo>
                  <a:pt x="157878" y="24750"/>
                  <a:pt x="165760" y="23489"/>
                  <a:pt x="171396" y="27587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1" name="Text 79"/>
          <p:cNvSpPr/>
          <p:nvPr/>
        </p:nvSpPr>
        <p:spPr>
          <a:xfrm>
            <a:off x="11365958" y="6314069"/>
            <a:ext cx="2837548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版本历史: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查看和恢复历史版本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050675" y="7524756"/>
            <a:ext cx="176559" cy="201781"/>
          </a:xfrm>
          <a:custGeom>
            <a:avLst/>
            <a:gdLst/>
            <a:ahLst/>
            <a:cxnLst/>
            <a:rect l="l" t="t" r="r" b="b"/>
            <a:pathLst>
              <a:path w="176559" h="201781">
                <a:moveTo>
                  <a:pt x="171356" y="27627"/>
                </a:moveTo>
                <a:cubicBezTo>
                  <a:pt x="176992" y="31725"/>
                  <a:pt x="178253" y="39607"/>
                  <a:pt x="174155" y="45243"/>
                </a:cubicBezTo>
                <a:lnTo>
                  <a:pt x="73264" y="183968"/>
                </a:lnTo>
                <a:cubicBezTo>
                  <a:pt x="71096" y="186963"/>
                  <a:pt x="67746" y="188815"/>
                  <a:pt x="64042" y="189130"/>
                </a:cubicBezTo>
                <a:cubicBezTo>
                  <a:pt x="60337" y="189446"/>
                  <a:pt x="56751" y="188066"/>
                  <a:pt x="54150" y="185465"/>
                </a:cubicBezTo>
                <a:lnTo>
                  <a:pt x="3705" y="135020"/>
                </a:lnTo>
                <a:cubicBezTo>
                  <a:pt x="-1222" y="130094"/>
                  <a:pt x="-1222" y="122093"/>
                  <a:pt x="3705" y="117167"/>
                </a:cubicBezTo>
                <a:cubicBezTo>
                  <a:pt x="8631" y="112241"/>
                  <a:pt x="16631" y="112241"/>
                  <a:pt x="21557" y="117167"/>
                </a:cubicBezTo>
                <a:lnTo>
                  <a:pt x="61559" y="157169"/>
                </a:lnTo>
                <a:lnTo>
                  <a:pt x="153779" y="30385"/>
                </a:lnTo>
                <a:cubicBezTo>
                  <a:pt x="157878" y="24750"/>
                  <a:pt x="165760" y="23489"/>
                  <a:pt x="171396" y="27587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3" name="Text 81"/>
          <p:cNvSpPr/>
          <p:nvPr/>
        </p:nvSpPr>
        <p:spPr>
          <a:xfrm>
            <a:off x="11365958" y="7474311"/>
            <a:ext cx="3644673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跨设备访问:</a:t>
            </a:r>
            <a:r>
              <a:rPr lang="en-US" sz="159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电脑、手机、平板无缝切换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529676" y="8138511"/>
            <a:ext cx="3669896" cy="1008906"/>
          </a:xfrm>
          <a:custGeom>
            <a:avLst/>
            <a:gdLst/>
            <a:ahLst/>
            <a:cxnLst/>
            <a:rect l="l" t="t" r="r" b="b"/>
            <a:pathLst>
              <a:path w="3669896" h="1008906">
                <a:moveTo>
                  <a:pt x="50445" y="0"/>
                </a:moveTo>
                <a:lnTo>
                  <a:pt x="3569005" y="0"/>
                </a:lnTo>
                <a:cubicBezTo>
                  <a:pt x="3624726" y="0"/>
                  <a:pt x="3669896" y="45170"/>
                  <a:pt x="3669896" y="100891"/>
                </a:cubicBezTo>
                <a:lnTo>
                  <a:pt x="3669896" y="908016"/>
                </a:lnTo>
                <a:cubicBezTo>
                  <a:pt x="3669896" y="963736"/>
                  <a:pt x="3624726" y="1008906"/>
                  <a:pt x="3569005" y="1008906"/>
                </a:cubicBez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85" name="Shape 83"/>
          <p:cNvSpPr/>
          <p:nvPr/>
        </p:nvSpPr>
        <p:spPr>
          <a:xfrm>
            <a:off x="529676" y="8138511"/>
            <a:ext cx="50445" cy="1008906"/>
          </a:xfrm>
          <a:custGeom>
            <a:avLst/>
            <a:gdLst/>
            <a:ahLst/>
            <a:cxnLst/>
            <a:rect l="l" t="t" r="r" b="b"/>
            <a:pathLst>
              <a:path w="50445" h="1008906">
                <a:moveTo>
                  <a:pt x="50445" y="0"/>
                </a:moveTo>
                <a:lnTo>
                  <a:pt x="50445" y="0"/>
                </a:lnTo>
                <a:lnTo>
                  <a:pt x="50445" y="1008906"/>
                </a:ln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86" name="Shape 84"/>
          <p:cNvSpPr/>
          <p:nvPr/>
        </p:nvSpPr>
        <p:spPr>
          <a:xfrm>
            <a:off x="737763" y="8352904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99314" y="0"/>
                </a:moveTo>
                <a:cubicBezTo>
                  <a:pt x="114965" y="0"/>
                  <a:pt x="127690" y="9532"/>
                  <a:pt x="127690" y="21282"/>
                </a:cubicBezTo>
                <a:cubicBezTo>
                  <a:pt x="127690" y="25893"/>
                  <a:pt x="125739" y="30149"/>
                  <a:pt x="122369" y="33652"/>
                </a:cubicBezTo>
                <a:cubicBezTo>
                  <a:pt x="119443" y="36711"/>
                  <a:pt x="117049" y="40435"/>
                  <a:pt x="117049" y="44691"/>
                </a:cubicBezTo>
                <a:cubicBezTo>
                  <a:pt x="117049" y="51342"/>
                  <a:pt x="122458" y="56751"/>
                  <a:pt x="129108" y="56751"/>
                </a:cubicBezTo>
                <a:lnTo>
                  <a:pt x="148971" y="56751"/>
                </a:lnTo>
                <a:cubicBezTo>
                  <a:pt x="160721" y="56751"/>
                  <a:pt x="170253" y="66283"/>
                  <a:pt x="170253" y="78033"/>
                </a:cubicBezTo>
                <a:lnTo>
                  <a:pt x="170253" y="97895"/>
                </a:lnTo>
                <a:cubicBezTo>
                  <a:pt x="170253" y="104546"/>
                  <a:pt x="175662" y="109955"/>
                  <a:pt x="182312" y="109955"/>
                </a:cubicBezTo>
                <a:cubicBezTo>
                  <a:pt x="186524" y="109955"/>
                  <a:pt x="190293" y="107561"/>
                  <a:pt x="193352" y="104635"/>
                </a:cubicBezTo>
                <a:cubicBezTo>
                  <a:pt x="196855" y="101309"/>
                  <a:pt x="201111" y="99314"/>
                  <a:pt x="205722" y="99314"/>
                </a:cubicBezTo>
                <a:cubicBezTo>
                  <a:pt x="217471" y="99314"/>
                  <a:pt x="227004" y="112039"/>
                  <a:pt x="227004" y="127690"/>
                </a:cubicBezTo>
                <a:cubicBezTo>
                  <a:pt x="227004" y="143341"/>
                  <a:pt x="217471" y="156065"/>
                  <a:pt x="205722" y="156065"/>
                </a:cubicBezTo>
                <a:cubicBezTo>
                  <a:pt x="201111" y="156065"/>
                  <a:pt x="196811" y="154114"/>
                  <a:pt x="193352" y="150745"/>
                </a:cubicBezTo>
                <a:cubicBezTo>
                  <a:pt x="190293" y="147819"/>
                  <a:pt x="186569" y="145424"/>
                  <a:pt x="182312" y="145424"/>
                </a:cubicBezTo>
                <a:cubicBezTo>
                  <a:pt x="175662" y="145424"/>
                  <a:pt x="170253" y="150833"/>
                  <a:pt x="170253" y="157484"/>
                </a:cubicBezTo>
                <a:lnTo>
                  <a:pt x="170253" y="205722"/>
                </a:lnTo>
                <a:cubicBezTo>
                  <a:pt x="170253" y="217471"/>
                  <a:pt x="160721" y="227004"/>
                  <a:pt x="148971" y="227004"/>
                </a:cubicBezTo>
                <a:lnTo>
                  <a:pt x="123788" y="227004"/>
                </a:lnTo>
                <a:cubicBezTo>
                  <a:pt x="118113" y="227004"/>
                  <a:pt x="113502" y="222393"/>
                  <a:pt x="113502" y="216718"/>
                </a:cubicBezTo>
                <a:cubicBezTo>
                  <a:pt x="113502" y="212639"/>
                  <a:pt x="116073" y="209048"/>
                  <a:pt x="119354" y="206609"/>
                </a:cubicBezTo>
                <a:cubicBezTo>
                  <a:pt x="124497" y="202752"/>
                  <a:pt x="127690" y="197431"/>
                  <a:pt x="127690" y="191535"/>
                </a:cubicBezTo>
                <a:cubicBezTo>
                  <a:pt x="127690" y="179785"/>
                  <a:pt x="114965" y="170253"/>
                  <a:pt x="99314" y="170253"/>
                </a:cubicBezTo>
                <a:cubicBezTo>
                  <a:pt x="83663" y="170253"/>
                  <a:pt x="70939" y="179785"/>
                  <a:pt x="70939" y="191535"/>
                </a:cubicBezTo>
                <a:cubicBezTo>
                  <a:pt x="70939" y="197431"/>
                  <a:pt x="74131" y="202752"/>
                  <a:pt x="79274" y="206609"/>
                </a:cubicBezTo>
                <a:cubicBezTo>
                  <a:pt x="82555" y="209048"/>
                  <a:pt x="85126" y="212594"/>
                  <a:pt x="85126" y="216718"/>
                </a:cubicBezTo>
                <a:cubicBezTo>
                  <a:pt x="85126" y="222393"/>
                  <a:pt x="80515" y="227004"/>
                  <a:pt x="74840" y="227004"/>
                </a:cubicBezTo>
                <a:lnTo>
                  <a:pt x="21282" y="227004"/>
                </a:lnTo>
                <a:cubicBezTo>
                  <a:pt x="9532" y="227004"/>
                  <a:pt x="0" y="217471"/>
                  <a:pt x="0" y="205722"/>
                </a:cubicBezTo>
                <a:lnTo>
                  <a:pt x="0" y="152164"/>
                </a:lnTo>
                <a:cubicBezTo>
                  <a:pt x="0" y="146488"/>
                  <a:pt x="4611" y="141877"/>
                  <a:pt x="10286" y="141877"/>
                </a:cubicBezTo>
                <a:cubicBezTo>
                  <a:pt x="14365" y="141877"/>
                  <a:pt x="17956" y="144449"/>
                  <a:pt x="20395" y="147730"/>
                </a:cubicBezTo>
                <a:cubicBezTo>
                  <a:pt x="24252" y="152873"/>
                  <a:pt x="29573" y="156065"/>
                  <a:pt x="35469" y="156065"/>
                </a:cubicBezTo>
                <a:cubicBezTo>
                  <a:pt x="47219" y="156065"/>
                  <a:pt x="56751" y="143341"/>
                  <a:pt x="56751" y="127690"/>
                </a:cubicBezTo>
                <a:cubicBezTo>
                  <a:pt x="56751" y="112039"/>
                  <a:pt x="47219" y="99314"/>
                  <a:pt x="35469" y="99314"/>
                </a:cubicBezTo>
                <a:cubicBezTo>
                  <a:pt x="29573" y="99314"/>
                  <a:pt x="24252" y="102506"/>
                  <a:pt x="20395" y="107649"/>
                </a:cubicBezTo>
                <a:cubicBezTo>
                  <a:pt x="17956" y="110930"/>
                  <a:pt x="14409" y="113502"/>
                  <a:pt x="10286" y="113502"/>
                </a:cubicBezTo>
                <a:cubicBezTo>
                  <a:pt x="4611" y="113502"/>
                  <a:pt x="0" y="108891"/>
                  <a:pt x="0" y="103216"/>
                </a:cubicBezTo>
                <a:lnTo>
                  <a:pt x="0" y="78033"/>
                </a:lnTo>
                <a:cubicBezTo>
                  <a:pt x="0" y="66283"/>
                  <a:pt x="9532" y="56751"/>
                  <a:pt x="21282" y="56751"/>
                </a:cubicBezTo>
                <a:lnTo>
                  <a:pt x="69520" y="56751"/>
                </a:lnTo>
                <a:cubicBezTo>
                  <a:pt x="76170" y="56751"/>
                  <a:pt x="81580" y="51342"/>
                  <a:pt x="81580" y="44691"/>
                </a:cubicBezTo>
                <a:cubicBezTo>
                  <a:pt x="81580" y="40479"/>
                  <a:pt x="79185" y="36711"/>
                  <a:pt x="76259" y="33652"/>
                </a:cubicBezTo>
                <a:cubicBezTo>
                  <a:pt x="72934" y="30149"/>
                  <a:pt x="70939" y="25893"/>
                  <a:pt x="70939" y="21282"/>
                </a:cubicBezTo>
                <a:cubicBezTo>
                  <a:pt x="70939" y="9532"/>
                  <a:pt x="83663" y="0"/>
                  <a:pt x="99314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87" name="Text 85"/>
          <p:cNvSpPr/>
          <p:nvPr/>
        </p:nvSpPr>
        <p:spPr>
          <a:xfrm>
            <a:off x="1090880" y="8289847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插件推荐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06234" y="8693410"/>
            <a:ext cx="344289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安装实用插件扩展功能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378889" y="8138511"/>
            <a:ext cx="3669896" cy="1008906"/>
          </a:xfrm>
          <a:custGeom>
            <a:avLst/>
            <a:gdLst/>
            <a:ahLst/>
            <a:cxnLst/>
            <a:rect l="l" t="t" r="r" b="b"/>
            <a:pathLst>
              <a:path w="3669896" h="1008906">
                <a:moveTo>
                  <a:pt x="50445" y="0"/>
                </a:moveTo>
                <a:lnTo>
                  <a:pt x="3569005" y="0"/>
                </a:lnTo>
                <a:cubicBezTo>
                  <a:pt x="3624726" y="0"/>
                  <a:pt x="3669896" y="45170"/>
                  <a:pt x="3669896" y="100891"/>
                </a:cubicBezTo>
                <a:lnTo>
                  <a:pt x="3669896" y="908016"/>
                </a:lnTo>
                <a:cubicBezTo>
                  <a:pt x="3669896" y="963736"/>
                  <a:pt x="3624726" y="1008906"/>
                  <a:pt x="3569005" y="1008906"/>
                </a:cubicBez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90" name="Shape 88"/>
          <p:cNvSpPr/>
          <p:nvPr/>
        </p:nvSpPr>
        <p:spPr>
          <a:xfrm>
            <a:off x="4378889" y="8138511"/>
            <a:ext cx="50445" cy="1008906"/>
          </a:xfrm>
          <a:custGeom>
            <a:avLst/>
            <a:gdLst/>
            <a:ahLst/>
            <a:cxnLst/>
            <a:rect l="l" t="t" r="r" b="b"/>
            <a:pathLst>
              <a:path w="50445" h="1008906">
                <a:moveTo>
                  <a:pt x="50445" y="0"/>
                </a:moveTo>
                <a:lnTo>
                  <a:pt x="50445" y="0"/>
                </a:lnTo>
                <a:lnTo>
                  <a:pt x="50445" y="1008906"/>
                </a:ln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1" name="Shape 89"/>
          <p:cNvSpPr/>
          <p:nvPr/>
        </p:nvSpPr>
        <p:spPr>
          <a:xfrm>
            <a:off x="4586976" y="8352904"/>
            <a:ext cx="227004" cy="227004"/>
          </a:xfrm>
          <a:custGeom>
            <a:avLst/>
            <a:gdLst/>
            <a:ahLst/>
            <a:cxnLst/>
            <a:rect l="l" t="t" r="r" b="b"/>
            <a:pathLst>
              <a:path w="227004" h="227004">
                <a:moveTo>
                  <a:pt x="176682" y="5409"/>
                </a:moveTo>
                <a:lnTo>
                  <a:pt x="137577" y="44514"/>
                </a:lnTo>
                <a:lnTo>
                  <a:pt x="182490" y="89427"/>
                </a:lnTo>
                <a:lnTo>
                  <a:pt x="221595" y="50322"/>
                </a:lnTo>
                <a:cubicBezTo>
                  <a:pt x="225053" y="46820"/>
                  <a:pt x="227004" y="42120"/>
                  <a:pt x="227004" y="37243"/>
                </a:cubicBezTo>
                <a:cubicBezTo>
                  <a:pt x="227004" y="32366"/>
                  <a:pt x="225053" y="27666"/>
                  <a:pt x="221595" y="24163"/>
                </a:cubicBezTo>
                <a:lnTo>
                  <a:pt x="202840" y="5409"/>
                </a:lnTo>
                <a:cubicBezTo>
                  <a:pt x="199338" y="1951"/>
                  <a:pt x="194638" y="0"/>
                  <a:pt x="189761" y="0"/>
                </a:cubicBezTo>
                <a:cubicBezTo>
                  <a:pt x="184884" y="0"/>
                  <a:pt x="180184" y="1951"/>
                  <a:pt x="176682" y="5409"/>
                </a:cubicBezTo>
                <a:close/>
                <a:moveTo>
                  <a:pt x="122547" y="59544"/>
                </a:moveTo>
                <a:lnTo>
                  <a:pt x="5409" y="176682"/>
                </a:lnTo>
                <a:cubicBezTo>
                  <a:pt x="1951" y="180184"/>
                  <a:pt x="0" y="184884"/>
                  <a:pt x="0" y="189761"/>
                </a:cubicBezTo>
                <a:cubicBezTo>
                  <a:pt x="0" y="194638"/>
                  <a:pt x="1951" y="199338"/>
                  <a:pt x="5409" y="202840"/>
                </a:cubicBezTo>
                <a:lnTo>
                  <a:pt x="24163" y="221595"/>
                </a:lnTo>
                <a:cubicBezTo>
                  <a:pt x="27666" y="225053"/>
                  <a:pt x="32366" y="227004"/>
                  <a:pt x="37243" y="227004"/>
                </a:cubicBezTo>
                <a:cubicBezTo>
                  <a:pt x="42120" y="227004"/>
                  <a:pt x="46820" y="225053"/>
                  <a:pt x="50322" y="221595"/>
                </a:cubicBezTo>
                <a:lnTo>
                  <a:pt x="167460" y="104457"/>
                </a:lnTo>
                <a:lnTo>
                  <a:pt x="122547" y="59544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92" name="Text 90"/>
          <p:cNvSpPr/>
          <p:nvPr/>
        </p:nvSpPr>
        <p:spPr>
          <a:xfrm>
            <a:off x="4940093" y="8289847"/>
            <a:ext cx="1248521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自动化流程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4555448" y="8693410"/>
            <a:ext cx="344289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利用宏和VBA实现自动化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8228102" y="8138511"/>
            <a:ext cx="3669896" cy="1008906"/>
          </a:xfrm>
          <a:custGeom>
            <a:avLst/>
            <a:gdLst/>
            <a:ahLst/>
            <a:cxnLst/>
            <a:rect l="l" t="t" r="r" b="b"/>
            <a:pathLst>
              <a:path w="3669896" h="1008906">
                <a:moveTo>
                  <a:pt x="50445" y="0"/>
                </a:moveTo>
                <a:lnTo>
                  <a:pt x="3569005" y="0"/>
                </a:lnTo>
                <a:cubicBezTo>
                  <a:pt x="3624726" y="0"/>
                  <a:pt x="3669896" y="45170"/>
                  <a:pt x="3669896" y="100891"/>
                </a:cubicBezTo>
                <a:lnTo>
                  <a:pt x="3669896" y="908016"/>
                </a:lnTo>
                <a:cubicBezTo>
                  <a:pt x="3669896" y="963736"/>
                  <a:pt x="3624726" y="1008906"/>
                  <a:pt x="3569005" y="1008906"/>
                </a:cubicBez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95" name="Shape 93"/>
          <p:cNvSpPr/>
          <p:nvPr/>
        </p:nvSpPr>
        <p:spPr>
          <a:xfrm>
            <a:off x="8228102" y="8138511"/>
            <a:ext cx="50445" cy="1008906"/>
          </a:xfrm>
          <a:custGeom>
            <a:avLst/>
            <a:gdLst/>
            <a:ahLst/>
            <a:cxnLst/>
            <a:rect l="l" t="t" r="r" b="b"/>
            <a:pathLst>
              <a:path w="50445" h="1008906">
                <a:moveTo>
                  <a:pt x="50445" y="0"/>
                </a:moveTo>
                <a:lnTo>
                  <a:pt x="50445" y="0"/>
                </a:lnTo>
                <a:lnTo>
                  <a:pt x="50445" y="1008906"/>
                </a:ln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6" name="Shape 94"/>
          <p:cNvSpPr/>
          <p:nvPr/>
        </p:nvSpPr>
        <p:spPr>
          <a:xfrm>
            <a:off x="8422002" y="8352904"/>
            <a:ext cx="255379" cy="227004"/>
          </a:xfrm>
          <a:custGeom>
            <a:avLst/>
            <a:gdLst/>
            <a:ahLst/>
            <a:cxnLst/>
            <a:rect l="l" t="t" r="r" b="b"/>
            <a:pathLst>
              <a:path w="255379" h="227004">
                <a:moveTo>
                  <a:pt x="24829" y="100024"/>
                </a:moveTo>
                <a:lnTo>
                  <a:pt x="14365" y="131325"/>
                </a:lnTo>
                <a:lnTo>
                  <a:pt x="14365" y="42563"/>
                </a:lnTo>
                <a:cubicBezTo>
                  <a:pt x="14365" y="26912"/>
                  <a:pt x="27090" y="14188"/>
                  <a:pt x="42741" y="14188"/>
                </a:cubicBezTo>
                <a:lnTo>
                  <a:pt x="104236" y="14188"/>
                </a:lnTo>
                <a:cubicBezTo>
                  <a:pt x="110354" y="14188"/>
                  <a:pt x="116339" y="16183"/>
                  <a:pt x="121261" y="19863"/>
                </a:cubicBezTo>
                <a:lnTo>
                  <a:pt x="138286" y="32632"/>
                </a:lnTo>
                <a:cubicBezTo>
                  <a:pt x="140725" y="34494"/>
                  <a:pt x="143740" y="35469"/>
                  <a:pt x="146799" y="35469"/>
                </a:cubicBezTo>
                <a:lnTo>
                  <a:pt x="198806" y="35469"/>
                </a:lnTo>
                <a:cubicBezTo>
                  <a:pt x="214457" y="35469"/>
                  <a:pt x="227181" y="48194"/>
                  <a:pt x="227181" y="63845"/>
                </a:cubicBezTo>
                <a:lnTo>
                  <a:pt x="227181" y="70939"/>
                </a:lnTo>
                <a:lnTo>
                  <a:pt x="65175" y="70939"/>
                </a:lnTo>
                <a:cubicBezTo>
                  <a:pt x="46864" y="70939"/>
                  <a:pt x="30592" y="82644"/>
                  <a:pt x="24784" y="100024"/>
                </a:cubicBezTo>
                <a:close/>
                <a:moveTo>
                  <a:pt x="211841" y="198628"/>
                </a:moveTo>
                <a:lnTo>
                  <a:pt x="43893" y="198628"/>
                </a:lnTo>
                <a:cubicBezTo>
                  <a:pt x="29351" y="198628"/>
                  <a:pt x="19109" y="184396"/>
                  <a:pt x="23720" y="170608"/>
                </a:cubicBezTo>
                <a:lnTo>
                  <a:pt x="45002" y="106763"/>
                </a:lnTo>
                <a:cubicBezTo>
                  <a:pt x="47884" y="98073"/>
                  <a:pt x="56042" y="92220"/>
                  <a:pt x="65175" y="92220"/>
                </a:cubicBezTo>
                <a:lnTo>
                  <a:pt x="233122" y="92220"/>
                </a:lnTo>
                <a:cubicBezTo>
                  <a:pt x="247665" y="92220"/>
                  <a:pt x="257907" y="106452"/>
                  <a:pt x="253296" y="120241"/>
                </a:cubicBezTo>
                <a:lnTo>
                  <a:pt x="232014" y="184086"/>
                </a:lnTo>
                <a:cubicBezTo>
                  <a:pt x="229132" y="192776"/>
                  <a:pt x="220974" y="198628"/>
                  <a:pt x="211841" y="198628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97" name="Text 95"/>
          <p:cNvSpPr/>
          <p:nvPr/>
        </p:nvSpPr>
        <p:spPr>
          <a:xfrm>
            <a:off x="8789306" y="8289847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文件管理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8404661" y="8693410"/>
            <a:ext cx="344289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规范命名和分类体系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12077316" y="8138511"/>
            <a:ext cx="3669896" cy="1008906"/>
          </a:xfrm>
          <a:custGeom>
            <a:avLst/>
            <a:gdLst/>
            <a:ahLst/>
            <a:cxnLst/>
            <a:rect l="l" t="t" r="r" b="b"/>
            <a:pathLst>
              <a:path w="3669896" h="1008906">
                <a:moveTo>
                  <a:pt x="50445" y="0"/>
                </a:moveTo>
                <a:lnTo>
                  <a:pt x="3569005" y="0"/>
                </a:lnTo>
                <a:cubicBezTo>
                  <a:pt x="3624726" y="0"/>
                  <a:pt x="3669896" y="45170"/>
                  <a:pt x="3669896" y="100891"/>
                </a:cubicBezTo>
                <a:lnTo>
                  <a:pt x="3669896" y="908016"/>
                </a:lnTo>
                <a:cubicBezTo>
                  <a:pt x="3669896" y="963736"/>
                  <a:pt x="3624726" y="1008906"/>
                  <a:pt x="3569005" y="1008906"/>
                </a:cubicBez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00" name="Shape 98"/>
          <p:cNvSpPr/>
          <p:nvPr/>
        </p:nvSpPr>
        <p:spPr>
          <a:xfrm>
            <a:off x="12077316" y="8138511"/>
            <a:ext cx="50445" cy="1008906"/>
          </a:xfrm>
          <a:custGeom>
            <a:avLst/>
            <a:gdLst/>
            <a:ahLst/>
            <a:cxnLst/>
            <a:rect l="l" t="t" r="r" b="b"/>
            <a:pathLst>
              <a:path w="50445" h="1008906">
                <a:moveTo>
                  <a:pt x="50445" y="0"/>
                </a:moveTo>
                <a:lnTo>
                  <a:pt x="50445" y="0"/>
                </a:lnTo>
                <a:lnTo>
                  <a:pt x="50445" y="1008906"/>
                </a:lnTo>
                <a:lnTo>
                  <a:pt x="50445" y="1008906"/>
                </a:lnTo>
                <a:cubicBezTo>
                  <a:pt x="22585" y="1008906"/>
                  <a:pt x="0" y="986321"/>
                  <a:pt x="0" y="958461"/>
                </a:cubicBezTo>
                <a:lnTo>
                  <a:pt x="0" y="50445"/>
                </a:lnTo>
                <a:cubicBezTo>
                  <a:pt x="0" y="22585"/>
                  <a:pt x="22585" y="0"/>
                  <a:pt x="50445" y="0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01" name="Shape 99"/>
          <p:cNvSpPr/>
          <p:nvPr/>
        </p:nvSpPr>
        <p:spPr>
          <a:xfrm>
            <a:off x="12299590" y="8352904"/>
            <a:ext cx="198628" cy="227004"/>
          </a:xfrm>
          <a:custGeom>
            <a:avLst/>
            <a:gdLst/>
            <a:ahLst/>
            <a:cxnLst/>
            <a:rect l="l" t="t" r="r" b="b"/>
            <a:pathLst>
              <a:path w="198628" h="227004">
                <a:moveTo>
                  <a:pt x="106984" y="-5764"/>
                </a:moveTo>
                <a:cubicBezTo>
                  <a:pt x="101930" y="-6784"/>
                  <a:pt x="96743" y="-6784"/>
                  <a:pt x="91688" y="-5764"/>
                </a:cubicBezTo>
                <a:lnTo>
                  <a:pt x="8557" y="10862"/>
                </a:lnTo>
                <a:cubicBezTo>
                  <a:pt x="3591" y="11838"/>
                  <a:pt x="0" y="16227"/>
                  <a:pt x="0" y="21282"/>
                </a:cubicBezTo>
                <a:cubicBezTo>
                  <a:pt x="0" y="25848"/>
                  <a:pt x="2882" y="29839"/>
                  <a:pt x="7094" y="31302"/>
                </a:cubicBezTo>
                <a:lnTo>
                  <a:pt x="7094" y="63845"/>
                </a:lnTo>
                <a:lnTo>
                  <a:pt x="133" y="98693"/>
                </a:lnTo>
                <a:cubicBezTo>
                  <a:pt x="44" y="99093"/>
                  <a:pt x="0" y="99536"/>
                  <a:pt x="0" y="99979"/>
                </a:cubicBezTo>
                <a:cubicBezTo>
                  <a:pt x="0" y="103526"/>
                  <a:pt x="2882" y="106452"/>
                  <a:pt x="6473" y="106452"/>
                </a:cubicBezTo>
                <a:lnTo>
                  <a:pt x="21947" y="106452"/>
                </a:lnTo>
                <a:cubicBezTo>
                  <a:pt x="25494" y="106452"/>
                  <a:pt x="28420" y="103571"/>
                  <a:pt x="28420" y="99979"/>
                </a:cubicBezTo>
                <a:cubicBezTo>
                  <a:pt x="28420" y="99536"/>
                  <a:pt x="28375" y="99137"/>
                  <a:pt x="28287" y="98693"/>
                </a:cubicBezTo>
                <a:lnTo>
                  <a:pt x="21282" y="63845"/>
                </a:lnTo>
                <a:lnTo>
                  <a:pt x="21282" y="34272"/>
                </a:lnTo>
                <a:lnTo>
                  <a:pt x="42563" y="38529"/>
                </a:lnTo>
                <a:lnTo>
                  <a:pt x="42563" y="63845"/>
                </a:lnTo>
                <a:cubicBezTo>
                  <a:pt x="42563" y="95191"/>
                  <a:pt x="67968" y="120596"/>
                  <a:pt x="99314" y="120596"/>
                </a:cubicBezTo>
                <a:cubicBezTo>
                  <a:pt x="130660" y="120596"/>
                  <a:pt x="156065" y="95191"/>
                  <a:pt x="156065" y="63845"/>
                </a:cubicBezTo>
                <a:lnTo>
                  <a:pt x="156065" y="38529"/>
                </a:lnTo>
                <a:lnTo>
                  <a:pt x="190071" y="31745"/>
                </a:lnTo>
                <a:cubicBezTo>
                  <a:pt x="195037" y="30725"/>
                  <a:pt x="198628" y="26336"/>
                  <a:pt x="198628" y="21282"/>
                </a:cubicBezTo>
                <a:cubicBezTo>
                  <a:pt x="198628" y="16227"/>
                  <a:pt x="195037" y="11838"/>
                  <a:pt x="190071" y="10862"/>
                </a:cubicBezTo>
                <a:lnTo>
                  <a:pt x="106984" y="-5764"/>
                </a:lnTo>
                <a:close/>
                <a:moveTo>
                  <a:pt x="99314" y="99314"/>
                </a:moveTo>
                <a:cubicBezTo>
                  <a:pt x="79717" y="99314"/>
                  <a:pt x="63845" y="83442"/>
                  <a:pt x="63845" y="63845"/>
                </a:cubicBezTo>
                <a:lnTo>
                  <a:pt x="134784" y="63845"/>
                </a:lnTo>
                <a:cubicBezTo>
                  <a:pt x="134784" y="83442"/>
                  <a:pt x="118911" y="99314"/>
                  <a:pt x="99314" y="99314"/>
                </a:cubicBezTo>
                <a:close/>
                <a:moveTo>
                  <a:pt x="53248" y="141922"/>
                </a:moveTo>
                <a:cubicBezTo>
                  <a:pt x="26026" y="154425"/>
                  <a:pt x="7094" y="181913"/>
                  <a:pt x="7094" y="213836"/>
                </a:cubicBezTo>
                <a:cubicBezTo>
                  <a:pt x="7094" y="221107"/>
                  <a:pt x="12991" y="227004"/>
                  <a:pt x="20262" y="227004"/>
                </a:cubicBezTo>
                <a:lnTo>
                  <a:pt x="88673" y="227004"/>
                </a:lnTo>
                <a:lnTo>
                  <a:pt x="88673" y="162272"/>
                </a:lnTo>
                <a:lnTo>
                  <a:pt x="63224" y="143208"/>
                </a:lnTo>
                <a:cubicBezTo>
                  <a:pt x="60342" y="141035"/>
                  <a:pt x="56485" y="140459"/>
                  <a:pt x="53204" y="141966"/>
                </a:cubicBezTo>
                <a:close/>
                <a:moveTo>
                  <a:pt x="109955" y="227004"/>
                </a:moveTo>
                <a:lnTo>
                  <a:pt x="178367" y="227004"/>
                </a:lnTo>
                <a:cubicBezTo>
                  <a:pt x="185638" y="227004"/>
                  <a:pt x="191535" y="221107"/>
                  <a:pt x="191535" y="213836"/>
                </a:cubicBezTo>
                <a:cubicBezTo>
                  <a:pt x="191535" y="181913"/>
                  <a:pt x="172603" y="154425"/>
                  <a:pt x="145380" y="141966"/>
                </a:cubicBezTo>
                <a:cubicBezTo>
                  <a:pt x="142099" y="140459"/>
                  <a:pt x="138242" y="141035"/>
                  <a:pt x="135360" y="143208"/>
                </a:cubicBezTo>
                <a:lnTo>
                  <a:pt x="109911" y="162272"/>
                </a:lnTo>
                <a:lnTo>
                  <a:pt x="109911" y="227004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102" name="Text 100"/>
          <p:cNvSpPr/>
          <p:nvPr/>
        </p:nvSpPr>
        <p:spPr>
          <a:xfrm>
            <a:off x="12638520" y="8289847"/>
            <a:ext cx="1021517" cy="3531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5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12253874" y="8693410"/>
            <a:ext cx="3442892" cy="302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关注新功能,参加培训课程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101600" cy="508000"/>
          </a:xfrm>
          <a:custGeom>
            <a:avLst/>
            <a:gdLst/>
            <a:ahLst/>
            <a:cxnLst/>
            <a:rect l="l" t="t" r="r" b="b"/>
            <a:pathLst>
              <a:path w="101600" h="5080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457200"/>
                </a:lnTo>
                <a:cubicBezTo>
                  <a:pt x="101600" y="485237"/>
                  <a:pt x="78837" y="508000"/>
                  <a:pt x="508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3" name="Text 1"/>
          <p:cNvSpPr/>
          <p:nvPr/>
        </p:nvSpPr>
        <p:spPr>
          <a:xfrm>
            <a:off x="762000" y="609600"/>
            <a:ext cx="2298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REAL-WORLD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1176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实战应用案例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778000"/>
            <a:ext cx="1536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典型场景综合应用与解决方案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233" y="2341033"/>
            <a:ext cx="4936067" cy="6764867"/>
          </a:xfrm>
          <a:custGeom>
            <a:avLst/>
            <a:gdLst/>
            <a:ahLst/>
            <a:cxnLst/>
            <a:rect l="l" t="t" r="r" b="b"/>
            <a:pathLst>
              <a:path w="4936067" h="6764867">
                <a:moveTo>
                  <a:pt x="101584" y="0"/>
                </a:moveTo>
                <a:lnTo>
                  <a:pt x="4834482" y="0"/>
                </a:lnTo>
                <a:cubicBezTo>
                  <a:pt x="4890586" y="0"/>
                  <a:pt x="4936067" y="45481"/>
                  <a:pt x="4936067" y="101584"/>
                </a:cubicBezTo>
                <a:lnTo>
                  <a:pt x="4936067" y="6663282"/>
                </a:lnTo>
                <a:cubicBezTo>
                  <a:pt x="4936067" y="6719386"/>
                  <a:pt x="4890586" y="6764867"/>
                  <a:pt x="4834482" y="6764867"/>
                </a:cubicBezTo>
                <a:lnTo>
                  <a:pt x="101584" y="6764867"/>
                </a:lnTo>
                <a:cubicBezTo>
                  <a:pt x="45481" y="6764867"/>
                  <a:pt x="0" y="6719386"/>
                  <a:pt x="0" y="6663282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4A76A8">
              <a:alpha val="10196"/>
            </a:srgbClr>
          </a:solidFill>
          <a:ln w="8467">
            <a:solidFill>
              <a:srgbClr val="4A76A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467" y="265006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901171" y="2777065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34067" y="2599265"/>
            <a:ext cx="16764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项目报告与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0467" y="3615265"/>
            <a:ext cx="4521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综合运用Word和Excel,完成从数据分析到报告生成的完整流程。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0467" y="4428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968904" y="464396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13" name="Text 11"/>
          <p:cNvSpPr/>
          <p:nvPr/>
        </p:nvSpPr>
        <p:spPr>
          <a:xfrm>
            <a:off x="1214967" y="4580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Excel数据处理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22867" y="50376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19836" y="5063065"/>
            <a:ext cx="139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8467" y="50376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数据清洗与整理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2867" y="53932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1007004" y="54186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8467" y="5393265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使用函数计算关键指标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2867" y="57488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005020" y="57742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8467" y="5748865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创建数据透视表汇总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2867" y="61044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1005152" y="61298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4A76A8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8467" y="6104465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生成专业图表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0467" y="6714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983192" y="692996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0454" y="122694"/>
                </a:moveTo>
                <a:cubicBezTo>
                  <a:pt x="59159" y="116934"/>
                  <a:pt x="53444" y="113273"/>
                  <a:pt x="47685" y="114568"/>
                </a:cubicBezTo>
                <a:cubicBezTo>
                  <a:pt x="41925" y="115863"/>
                  <a:pt x="38264" y="121578"/>
                  <a:pt x="39559" y="127337"/>
                </a:cubicBezTo>
                <a:lnTo>
                  <a:pt x="53846" y="191631"/>
                </a:lnTo>
                <a:cubicBezTo>
                  <a:pt x="54873" y="196319"/>
                  <a:pt x="58936" y="199757"/>
                  <a:pt x="63758" y="200025"/>
                </a:cubicBezTo>
                <a:cubicBezTo>
                  <a:pt x="68580" y="200293"/>
                  <a:pt x="72956" y="197301"/>
                  <a:pt x="74474" y="192703"/>
                </a:cubicBezTo>
                <a:lnTo>
                  <a:pt x="85725" y="158904"/>
                </a:lnTo>
                <a:lnTo>
                  <a:pt x="96976" y="192703"/>
                </a:lnTo>
                <a:cubicBezTo>
                  <a:pt x="98494" y="197257"/>
                  <a:pt x="102870" y="200248"/>
                  <a:pt x="107692" y="200025"/>
                </a:cubicBezTo>
                <a:cubicBezTo>
                  <a:pt x="112514" y="199802"/>
                  <a:pt x="116577" y="196364"/>
                  <a:pt x="117604" y="191631"/>
                </a:cubicBezTo>
                <a:lnTo>
                  <a:pt x="131891" y="127337"/>
                </a:lnTo>
                <a:cubicBezTo>
                  <a:pt x="133186" y="121578"/>
                  <a:pt x="129525" y="115818"/>
                  <a:pt x="123765" y="114568"/>
                </a:cubicBezTo>
                <a:cubicBezTo>
                  <a:pt x="118006" y="113318"/>
                  <a:pt x="112246" y="116934"/>
                  <a:pt x="110996" y="122694"/>
                </a:cubicBezTo>
                <a:lnTo>
                  <a:pt x="105102" y="149215"/>
                </a:lnTo>
                <a:lnTo>
                  <a:pt x="95905" y="121622"/>
                </a:lnTo>
                <a:cubicBezTo>
                  <a:pt x="94431" y="117247"/>
                  <a:pt x="90368" y="114300"/>
                  <a:pt x="85725" y="114300"/>
                </a:cubicBezTo>
                <a:cubicBezTo>
                  <a:pt x="81082" y="114300"/>
                  <a:pt x="77019" y="117247"/>
                  <a:pt x="75545" y="121622"/>
                </a:cubicBezTo>
                <a:lnTo>
                  <a:pt x="66348" y="149215"/>
                </a:lnTo>
                <a:lnTo>
                  <a:pt x="60454" y="122694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28" name="Text 26"/>
          <p:cNvSpPr/>
          <p:nvPr/>
        </p:nvSpPr>
        <p:spPr>
          <a:xfrm>
            <a:off x="1214967" y="6866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Word报告撰写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22867" y="73236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1004358" y="73490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8467" y="7323665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设计报告结构和大纲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2867" y="76792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003961" y="77046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78467" y="7679265"/>
            <a:ext cx="20193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插入Excel图表和数据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22867" y="80348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010311" y="8060265"/>
            <a:ext cx="152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78467" y="8034865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应用样式和格式美化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2867" y="83904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002374" y="8415865"/>
            <a:ext cx="1651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E8A6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78467" y="8390465"/>
            <a:ext cx="191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生成目录并导出PDF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59967" y="2341033"/>
            <a:ext cx="4936067" cy="6764867"/>
          </a:xfrm>
          <a:custGeom>
            <a:avLst/>
            <a:gdLst/>
            <a:ahLst/>
            <a:cxnLst/>
            <a:rect l="l" t="t" r="r" b="b"/>
            <a:pathLst>
              <a:path w="4936067" h="6764867">
                <a:moveTo>
                  <a:pt x="101584" y="0"/>
                </a:moveTo>
                <a:lnTo>
                  <a:pt x="4834482" y="0"/>
                </a:lnTo>
                <a:cubicBezTo>
                  <a:pt x="4890586" y="0"/>
                  <a:pt x="4936067" y="45481"/>
                  <a:pt x="4936067" y="101584"/>
                </a:cubicBezTo>
                <a:lnTo>
                  <a:pt x="4936067" y="6663282"/>
                </a:lnTo>
                <a:cubicBezTo>
                  <a:pt x="4936067" y="6719386"/>
                  <a:pt x="4890586" y="6764867"/>
                  <a:pt x="4834482" y="6764867"/>
                </a:cubicBezTo>
                <a:lnTo>
                  <a:pt x="101584" y="6764867"/>
                </a:lnTo>
                <a:cubicBezTo>
                  <a:pt x="45481" y="6764867"/>
                  <a:pt x="0" y="6719386"/>
                  <a:pt x="0" y="6663282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3E8A6D">
              <a:alpha val="10196"/>
            </a:srgbClr>
          </a:solidFill>
          <a:ln w="8467">
            <a:solidFill>
              <a:srgbClr val="3E8A6D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18200" y="265006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6048904" y="2777065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E8A6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1800" y="2599265"/>
            <a:ext cx="13716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企业宣传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演示制作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18200" y="3615265"/>
            <a:ext cx="4521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运用PowerPoint设计专业企业宣传演示,展现品牌形象。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918200" y="4428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47" name="Shape 45"/>
          <p:cNvSpPr/>
          <p:nvPr/>
        </p:nvSpPr>
        <p:spPr>
          <a:xfrm>
            <a:off x="6102350" y="46439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48" name="Text 46"/>
          <p:cNvSpPr/>
          <p:nvPr/>
        </p:nvSpPr>
        <p:spPr>
          <a:xfrm>
            <a:off x="6362700" y="4580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设计规划阶段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07113" y="51011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0" name="Text 48"/>
          <p:cNvSpPr/>
          <p:nvPr/>
        </p:nvSpPr>
        <p:spPr>
          <a:xfrm>
            <a:off x="6394450" y="50376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确定品牌色和字体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07113" y="54567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2" name="Text 50"/>
          <p:cNvSpPr/>
          <p:nvPr/>
        </p:nvSpPr>
        <p:spPr>
          <a:xfrm>
            <a:off x="6394450" y="53932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设计母版页布局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07113" y="58123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4" name="Text 52"/>
          <p:cNvSpPr/>
          <p:nvPr/>
        </p:nvSpPr>
        <p:spPr>
          <a:xfrm>
            <a:off x="6394450" y="5748865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规划页面结构和流程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07113" y="61679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56" name="Text 54"/>
          <p:cNvSpPr/>
          <p:nvPr/>
        </p:nvSpPr>
        <p:spPr>
          <a:xfrm>
            <a:off x="6394450" y="6104465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收集高质量图片素材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918200" y="6714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6A8">
              <a:alpha val="5098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102350" y="69299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59" name="Text 57"/>
          <p:cNvSpPr/>
          <p:nvPr/>
        </p:nvSpPr>
        <p:spPr>
          <a:xfrm>
            <a:off x="6362700" y="6866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制作实施阶段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07113" y="73871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1" name="Text 59"/>
          <p:cNvSpPr/>
          <p:nvPr/>
        </p:nvSpPr>
        <p:spPr>
          <a:xfrm>
            <a:off x="6394450" y="73236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创建封面和目录页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07113" y="77427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3" name="Text 61"/>
          <p:cNvSpPr/>
          <p:nvPr/>
        </p:nvSpPr>
        <p:spPr>
          <a:xfrm>
            <a:off x="6394450" y="76792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设计内容页和图表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07113" y="80983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5" name="Text 63"/>
          <p:cNvSpPr/>
          <p:nvPr/>
        </p:nvSpPr>
        <p:spPr>
          <a:xfrm>
            <a:off x="6394450" y="80348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添加动画和过渡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07113" y="84539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67" name="Text 65"/>
          <p:cNvSpPr/>
          <p:nvPr/>
        </p:nvSpPr>
        <p:spPr>
          <a:xfrm>
            <a:off x="6394450" y="83904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预览优化和导出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807700" y="2341033"/>
            <a:ext cx="4936067" cy="6764867"/>
          </a:xfrm>
          <a:custGeom>
            <a:avLst/>
            <a:gdLst/>
            <a:ahLst/>
            <a:cxnLst/>
            <a:rect l="l" t="t" r="r" b="b"/>
            <a:pathLst>
              <a:path w="4936067" h="6764867">
                <a:moveTo>
                  <a:pt x="101584" y="0"/>
                </a:moveTo>
                <a:lnTo>
                  <a:pt x="4834482" y="0"/>
                </a:lnTo>
                <a:cubicBezTo>
                  <a:pt x="4890586" y="0"/>
                  <a:pt x="4936067" y="45481"/>
                  <a:pt x="4936067" y="101584"/>
                </a:cubicBezTo>
                <a:lnTo>
                  <a:pt x="4936067" y="6663282"/>
                </a:lnTo>
                <a:cubicBezTo>
                  <a:pt x="4936067" y="6719386"/>
                  <a:pt x="4890586" y="6764867"/>
                  <a:pt x="4834482" y="6764867"/>
                </a:cubicBezTo>
                <a:lnTo>
                  <a:pt x="101584" y="6764867"/>
                </a:lnTo>
                <a:cubicBezTo>
                  <a:pt x="45481" y="6764867"/>
                  <a:pt x="0" y="6719386"/>
                  <a:pt x="0" y="6663282"/>
                </a:cubicBezTo>
                <a:lnTo>
                  <a:pt x="0" y="101584"/>
                </a:lnTo>
                <a:cubicBezTo>
                  <a:pt x="0" y="45518"/>
                  <a:pt x="45518" y="0"/>
                  <a:pt x="101584" y="0"/>
                </a:cubicBezTo>
                <a:close/>
              </a:path>
            </a:pathLst>
          </a:custGeom>
          <a:solidFill>
            <a:srgbClr val="C98543">
              <a:alpha val="10196"/>
            </a:srgbClr>
          </a:solidFill>
          <a:ln w="8467">
            <a:solidFill>
              <a:srgbClr val="C98543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065934" y="2650065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11196638" y="2777065"/>
            <a:ext cx="63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C98543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1929534" y="2599265"/>
            <a:ext cx="16764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信息管理与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065934" y="3615265"/>
            <a:ext cx="4521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结合Outlook和OneNote,实现高效邮件管理和知识协作。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065934" y="4428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C98543">
              <a:alpha val="5098"/>
            </a:srgbClr>
          </a:solidFill>
        </p:spPr>
      </p:sp>
      <p:sp>
        <p:nvSpPr>
          <p:cNvPr id="74" name="Shape 72"/>
          <p:cNvSpPr/>
          <p:nvPr/>
        </p:nvSpPr>
        <p:spPr>
          <a:xfrm>
            <a:off x="11250084" y="46439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75" name="Text 73"/>
          <p:cNvSpPr/>
          <p:nvPr/>
        </p:nvSpPr>
        <p:spPr>
          <a:xfrm>
            <a:off x="11510434" y="4580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Outlook邮件管理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254846" y="51011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7" name="Text 75"/>
          <p:cNvSpPr/>
          <p:nvPr/>
        </p:nvSpPr>
        <p:spPr>
          <a:xfrm>
            <a:off x="11542184" y="5037665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设置邮件规则和文件夹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1254846" y="54567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79" name="Text 77"/>
          <p:cNvSpPr/>
          <p:nvPr/>
        </p:nvSpPr>
        <p:spPr>
          <a:xfrm>
            <a:off x="11542184" y="53932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使用日历安排会议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1254846" y="58123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1" name="Text 79"/>
          <p:cNvSpPr/>
          <p:nvPr/>
        </p:nvSpPr>
        <p:spPr>
          <a:xfrm>
            <a:off x="11542184" y="57488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创建任务和提醒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254846" y="61679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98543"/>
          </a:solidFill>
        </p:spPr>
      </p:sp>
      <p:sp>
        <p:nvSpPr>
          <p:cNvPr id="83" name="Text 81"/>
          <p:cNvSpPr/>
          <p:nvPr/>
        </p:nvSpPr>
        <p:spPr>
          <a:xfrm>
            <a:off x="11542184" y="61044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管理联系人分组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1065934" y="6714065"/>
            <a:ext cx="4419600" cy="2133600"/>
          </a:xfrm>
          <a:custGeom>
            <a:avLst/>
            <a:gdLst/>
            <a:ahLst/>
            <a:cxnLst/>
            <a:rect l="l" t="t" r="r" b="b"/>
            <a:pathLst>
              <a:path w="4419600" h="2133600">
                <a:moveTo>
                  <a:pt x="101602" y="0"/>
                </a:moveTo>
                <a:lnTo>
                  <a:pt x="4317998" y="0"/>
                </a:lnTo>
                <a:cubicBezTo>
                  <a:pt x="4374111" y="0"/>
                  <a:pt x="4419600" y="45489"/>
                  <a:pt x="4419600" y="101602"/>
                </a:cubicBezTo>
                <a:lnTo>
                  <a:pt x="4419600" y="2031998"/>
                </a:lnTo>
                <a:cubicBezTo>
                  <a:pt x="4419600" y="2088111"/>
                  <a:pt x="4374111" y="2133600"/>
                  <a:pt x="4317998" y="2133600"/>
                </a:cubicBezTo>
                <a:lnTo>
                  <a:pt x="101602" y="2133600"/>
                </a:lnTo>
                <a:cubicBezTo>
                  <a:pt x="45489" y="2133600"/>
                  <a:pt x="0" y="2088111"/>
                  <a:pt x="0" y="2031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E8A6D">
              <a:alpha val="5098"/>
            </a:srgbClr>
          </a:solidFill>
        </p:spPr>
      </p:sp>
      <p:sp>
        <p:nvSpPr>
          <p:cNvPr id="85" name="Shape 83"/>
          <p:cNvSpPr/>
          <p:nvPr/>
        </p:nvSpPr>
        <p:spPr>
          <a:xfrm>
            <a:off x="11264371" y="692996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214313"/>
                </a:move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38187"/>
                </a:lnTo>
                <a:cubicBezTo>
                  <a:pt x="200025" y="145777"/>
                  <a:pt x="197034" y="153055"/>
                  <a:pt x="191676" y="158413"/>
                </a:cubicBezTo>
                <a:lnTo>
                  <a:pt x="144081" y="205963"/>
                </a:lnTo>
                <a:cubicBezTo>
                  <a:pt x="138723" y="211321"/>
                  <a:pt x="131445" y="214313"/>
                  <a:pt x="123855" y="214313"/>
                </a:cubicBezTo>
                <a:lnTo>
                  <a:pt x="28575" y="214313"/>
                </a:lnTo>
                <a:close/>
                <a:moveTo>
                  <a:pt x="173906" y="135731"/>
                </a:moveTo>
                <a:lnTo>
                  <a:pt x="132159" y="135731"/>
                </a:lnTo>
                <a:cubicBezTo>
                  <a:pt x="126221" y="135731"/>
                  <a:pt x="121444" y="140509"/>
                  <a:pt x="121444" y="146447"/>
                </a:cubicBezTo>
                <a:lnTo>
                  <a:pt x="121444" y="188193"/>
                </a:lnTo>
                <a:lnTo>
                  <a:pt x="173906" y="135731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86" name="Text 84"/>
          <p:cNvSpPr/>
          <p:nvPr/>
        </p:nvSpPr>
        <p:spPr>
          <a:xfrm>
            <a:off x="11510434" y="6866465"/>
            <a:ext cx="393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OneNote知识管理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1254846" y="73871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88" name="Text 86"/>
          <p:cNvSpPr/>
          <p:nvPr/>
        </p:nvSpPr>
        <p:spPr>
          <a:xfrm>
            <a:off x="11542184" y="73236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创建笔记本和分区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1254846" y="77427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0" name="Text 88"/>
          <p:cNvSpPr/>
          <p:nvPr/>
        </p:nvSpPr>
        <p:spPr>
          <a:xfrm>
            <a:off x="11542184" y="7679265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共享笔记协同编辑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1254846" y="80983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2" name="Text 90"/>
          <p:cNvSpPr/>
          <p:nvPr/>
        </p:nvSpPr>
        <p:spPr>
          <a:xfrm>
            <a:off x="11542184" y="80348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插入多媒体内容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11254846" y="845396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94" name="Text 92"/>
          <p:cNvSpPr/>
          <p:nvPr/>
        </p:nvSpPr>
        <p:spPr>
          <a:xfrm>
            <a:off x="11542184" y="8390465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9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标签搜索和同步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exels.com/076502f882bb2dcc06baeae972f7bc13c9d9feb0.jpeg"/>
          <p:cNvPicPr>
            <a:picLocks noChangeAspect="1"/>
          </p:cNvPicPr>
          <p:nvPr/>
        </p:nvPicPr>
        <p:blipFill>
          <a:blip r:embed="rId1">
            <a:alphaModFix amt="30000"/>
          </a:blip>
          <a:srcRect t="7850" b="785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76A8">
                  <a:alpha val="70000"/>
                </a:srgbClr>
              </a:gs>
              <a:gs pos="50000">
                <a:srgbClr val="1E2124">
                  <a:alpha val="85000"/>
                </a:srgbClr>
              </a:gs>
              <a:gs pos="100000">
                <a:srgbClr val="3E8A6D">
                  <a:alpha val="7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6581643" y="237063"/>
            <a:ext cx="1011767" cy="1011767"/>
          </a:xfrm>
          <a:custGeom>
            <a:avLst/>
            <a:gdLst/>
            <a:ahLst/>
            <a:cxnLst/>
            <a:rect l="l" t="t" r="r" b="b"/>
            <a:pathLst>
              <a:path w="1011767" h="1011767">
                <a:moveTo>
                  <a:pt x="152402" y="0"/>
                </a:moveTo>
                <a:lnTo>
                  <a:pt x="859364" y="0"/>
                </a:lnTo>
                <a:cubicBezTo>
                  <a:pt x="943534" y="0"/>
                  <a:pt x="1011767" y="68233"/>
                  <a:pt x="1011767" y="152402"/>
                </a:cubicBezTo>
                <a:lnTo>
                  <a:pt x="1011767" y="859364"/>
                </a:lnTo>
                <a:cubicBezTo>
                  <a:pt x="1011767" y="943534"/>
                  <a:pt x="943534" y="1011767"/>
                  <a:pt x="859364" y="1011767"/>
                </a:cubicBezTo>
                <a:lnTo>
                  <a:pt x="152402" y="1011767"/>
                </a:lnTo>
                <a:cubicBezTo>
                  <a:pt x="68233" y="1011767"/>
                  <a:pt x="0" y="943534"/>
                  <a:pt x="0" y="859364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18709" y="436029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0" y="38100"/>
                </a:moveTo>
                <a:lnTo>
                  <a:pt x="255508" y="38100"/>
                </a:lnTo>
                <a:lnTo>
                  <a:pt x="255508" y="293608"/>
                </a:lnTo>
                <a:lnTo>
                  <a:pt x="0" y="293608"/>
                </a:lnTo>
                <a:lnTo>
                  <a:pt x="0" y="38100"/>
                </a:lnTo>
                <a:close/>
                <a:moveTo>
                  <a:pt x="277892" y="38100"/>
                </a:moveTo>
                <a:lnTo>
                  <a:pt x="533400" y="38100"/>
                </a:lnTo>
                <a:lnTo>
                  <a:pt x="533400" y="293608"/>
                </a:lnTo>
                <a:lnTo>
                  <a:pt x="277892" y="293608"/>
                </a:lnTo>
                <a:lnTo>
                  <a:pt x="277892" y="38100"/>
                </a:lnTo>
                <a:close/>
                <a:moveTo>
                  <a:pt x="0" y="315992"/>
                </a:moveTo>
                <a:lnTo>
                  <a:pt x="255508" y="315992"/>
                </a:lnTo>
                <a:lnTo>
                  <a:pt x="255508" y="571500"/>
                </a:lnTo>
                <a:lnTo>
                  <a:pt x="0" y="571500"/>
                </a:lnTo>
                <a:lnTo>
                  <a:pt x="0" y="315992"/>
                </a:lnTo>
                <a:close/>
                <a:moveTo>
                  <a:pt x="277892" y="315992"/>
                </a:moveTo>
                <a:lnTo>
                  <a:pt x="533400" y="315992"/>
                </a:lnTo>
                <a:lnTo>
                  <a:pt x="533400" y="571500"/>
                </a:lnTo>
                <a:lnTo>
                  <a:pt x="277892" y="571500"/>
                </a:lnTo>
                <a:lnTo>
                  <a:pt x="277892" y="315992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6" name="Shape 3"/>
          <p:cNvSpPr/>
          <p:nvPr/>
        </p:nvSpPr>
        <p:spPr>
          <a:xfrm>
            <a:off x="7796609" y="334429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7" name="Text 4"/>
          <p:cNvSpPr/>
          <p:nvPr/>
        </p:nvSpPr>
        <p:spPr>
          <a:xfrm>
            <a:off x="7987109" y="385229"/>
            <a:ext cx="1752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kern="0" spc="100" dirty="0">
                <a:solidFill>
                  <a:srgbClr val="C9854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99809" y="791629"/>
            <a:ext cx="172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 your attention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70600" y="1960029"/>
            <a:ext cx="41148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谢谢观看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33591" y="3407829"/>
            <a:ext cx="57912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从入门到精通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76A8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Office助你高效办公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42633" y="5545663"/>
            <a:ext cx="3577167" cy="2396067"/>
          </a:xfrm>
          <a:custGeom>
            <a:avLst/>
            <a:gdLst/>
            <a:ahLst/>
            <a:cxnLst/>
            <a:rect l="l" t="t" r="r" b="b"/>
            <a:pathLst>
              <a:path w="3577167" h="2396067">
                <a:moveTo>
                  <a:pt x="152390" y="0"/>
                </a:moveTo>
                <a:lnTo>
                  <a:pt x="3424777" y="0"/>
                </a:lnTo>
                <a:cubicBezTo>
                  <a:pt x="3508939" y="0"/>
                  <a:pt x="3577167" y="68227"/>
                  <a:pt x="3577167" y="152390"/>
                </a:cubicBezTo>
                <a:lnTo>
                  <a:pt x="3577167" y="2243677"/>
                </a:lnTo>
                <a:cubicBezTo>
                  <a:pt x="3577167" y="2327839"/>
                  <a:pt x="3508939" y="2396067"/>
                  <a:pt x="3424777" y="2396067"/>
                </a:cubicBezTo>
                <a:lnTo>
                  <a:pt x="152390" y="2396067"/>
                </a:lnTo>
                <a:cubicBezTo>
                  <a:pt x="68227" y="2396067"/>
                  <a:pt x="0" y="2327839"/>
                  <a:pt x="0" y="2243677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26933" y="5854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76A8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046008" y="607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4A76A8"/>
          </a:solidFill>
        </p:spPr>
      </p:sp>
      <p:sp>
        <p:nvSpPr>
          <p:cNvPr id="14" name="Text 11"/>
          <p:cNvSpPr/>
          <p:nvPr/>
        </p:nvSpPr>
        <p:spPr>
          <a:xfrm>
            <a:off x="2675467" y="6819900"/>
            <a:ext cx="3111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持续练习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00867" y="7327900"/>
            <a:ext cx="306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熟能生巧,每日使用提升技能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37300" y="5545663"/>
            <a:ext cx="3577167" cy="2396067"/>
          </a:xfrm>
          <a:custGeom>
            <a:avLst/>
            <a:gdLst/>
            <a:ahLst/>
            <a:cxnLst/>
            <a:rect l="l" t="t" r="r" b="b"/>
            <a:pathLst>
              <a:path w="3577167" h="2396067">
                <a:moveTo>
                  <a:pt x="152390" y="0"/>
                </a:moveTo>
                <a:lnTo>
                  <a:pt x="3424777" y="0"/>
                </a:lnTo>
                <a:cubicBezTo>
                  <a:pt x="3508939" y="0"/>
                  <a:pt x="3577167" y="68227"/>
                  <a:pt x="3577167" y="152390"/>
                </a:cubicBezTo>
                <a:lnTo>
                  <a:pt x="3577167" y="2243677"/>
                </a:lnTo>
                <a:cubicBezTo>
                  <a:pt x="3577167" y="2327839"/>
                  <a:pt x="3508939" y="2396067"/>
                  <a:pt x="3424777" y="2396067"/>
                </a:cubicBezTo>
                <a:lnTo>
                  <a:pt x="152390" y="2396067"/>
                </a:lnTo>
                <a:cubicBezTo>
                  <a:pt x="68227" y="2396067"/>
                  <a:pt x="0" y="2327839"/>
                  <a:pt x="0" y="2243677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1600" y="5854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E8A6D">
              <a:alpha val="30196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7988300" y="6070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3E8A6D"/>
          </a:solidFill>
        </p:spPr>
      </p:sp>
      <p:sp>
        <p:nvSpPr>
          <p:cNvPr id="19" name="Text 16"/>
          <p:cNvSpPr/>
          <p:nvPr/>
        </p:nvSpPr>
        <p:spPr>
          <a:xfrm>
            <a:off x="6570134" y="6819900"/>
            <a:ext cx="3111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探索创新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95534" y="7327900"/>
            <a:ext cx="306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发现新功能,尝试高级特性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231967" y="5545663"/>
            <a:ext cx="3577167" cy="2396067"/>
          </a:xfrm>
          <a:custGeom>
            <a:avLst/>
            <a:gdLst/>
            <a:ahLst/>
            <a:cxnLst/>
            <a:rect l="l" t="t" r="r" b="b"/>
            <a:pathLst>
              <a:path w="3577167" h="2396067">
                <a:moveTo>
                  <a:pt x="152390" y="0"/>
                </a:moveTo>
                <a:lnTo>
                  <a:pt x="3424777" y="0"/>
                </a:lnTo>
                <a:cubicBezTo>
                  <a:pt x="3508939" y="0"/>
                  <a:pt x="3577167" y="68227"/>
                  <a:pt x="3577167" y="152390"/>
                </a:cubicBezTo>
                <a:lnTo>
                  <a:pt x="3577167" y="2243677"/>
                </a:lnTo>
                <a:cubicBezTo>
                  <a:pt x="3577167" y="2327839"/>
                  <a:pt x="3508939" y="2396067"/>
                  <a:pt x="3424777" y="2396067"/>
                </a:cubicBezTo>
                <a:lnTo>
                  <a:pt x="152390" y="2396067"/>
                </a:lnTo>
                <a:cubicBezTo>
                  <a:pt x="68227" y="2396067"/>
                  <a:pt x="0" y="2327839"/>
                  <a:pt x="0" y="2243677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616267" y="58547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C98543">
              <a:alpha val="30196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11787717" y="60706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1906"/>
                </a:moveTo>
                <a:cubicBezTo>
                  <a:pt x="280838" y="11906"/>
                  <a:pt x="315516" y="46584"/>
                  <a:pt x="315516" y="89297"/>
                </a:cubicBezTo>
                <a:cubicBezTo>
                  <a:pt x="315516" y="132010"/>
                  <a:pt x="280838" y="166688"/>
                  <a:pt x="238125" y="166688"/>
                </a:cubicBezTo>
                <a:cubicBezTo>
                  <a:pt x="195412" y="166688"/>
                  <a:pt x="160734" y="132010"/>
                  <a:pt x="160734" y="89297"/>
                </a:cubicBezTo>
                <a:cubicBezTo>
                  <a:pt x="160734" y="46584"/>
                  <a:pt x="195412" y="11906"/>
                  <a:pt x="238125" y="11906"/>
                </a:cubicBezTo>
                <a:close/>
                <a:moveTo>
                  <a:pt x="71438" y="65484"/>
                </a:moveTo>
                <a:cubicBezTo>
                  <a:pt x="101008" y="65484"/>
                  <a:pt x="125016" y="89492"/>
                  <a:pt x="125016" y="119063"/>
                </a:cubicBezTo>
                <a:cubicBezTo>
                  <a:pt x="125016" y="148633"/>
                  <a:pt x="101008" y="172641"/>
                  <a:pt x="71438" y="172641"/>
                </a:cubicBezTo>
                <a:cubicBezTo>
                  <a:pt x="41867" y="172641"/>
                  <a:pt x="17859" y="148633"/>
                  <a:pt x="17859" y="119063"/>
                </a:cubicBezTo>
                <a:cubicBezTo>
                  <a:pt x="17859" y="89492"/>
                  <a:pt x="41867" y="65484"/>
                  <a:pt x="71437" y="65484"/>
                </a:cubicBezTo>
                <a:close/>
                <a:moveTo>
                  <a:pt x="0" y="309563"/>
                </a:moveTo>
                <a:cubicBezTo>
                  <a:pt x="0" y="256952"/>
                  <a:pt x="42639" y="214313"/>
                  <a:pt x="95250" y="214313"/>
                </a:cubicBezTo>
                <a:cubicBezTo>
                  <a:pt x="104775" y="214313"/>
                  <a:pt x="114002" y="215726"/>
                  <a:pt x="122709" y="218331"/>
                </a:cubicBezTo>
                <a:cubicBezTo>
                  <a:pt x="98227" y="245715"/>
                  <a:pt x="83344" y="281880"/>
                  <a:pt x="83344" y="321469"/>
                </a:cubicBezTo>
                <a:lnTo>
                  <a:pt x="83344" y="333375"/>
                </a:lnTo>
                <a:cubicBezTo>
                  <a:pt x="83344" y="341858"/>
                  <a:pt x="85130" y="349895"/>
                  <a:pt x="88329" y="357188"/>
                </a:cubicBezTo>
                <a:lnTo>
                  <a:pt x="23812" y="357188"/>
                </a:lnTo>
                <a:cubicBezTo>
                  <a:pt x="10641" y="357188"/>
                  <a:pt x="0" y="346546"/>
                  <a:pt x="0" y="333375"/>
                </a:cubicBezTo>
                <a:lnTo>
                  <a:pt x="0" y="309563"/>
                </a:lnTo>
                <a:close/>
                <a:moveTo>
                  <a:pt x="387921" y="357188"/>
                </a:moveTo>
                <a:cubicBezTo>
                  <a:pt x="391120" y="349895"/>
                  <a:pt x="392906" y="341858"/>
                  <a:pt x="392906" y="333375"/>
                </a:cubicBezTo>
                <a:lnTo>
                  <a:pt x="392906" y="321469"/>
                </a:lnTo>
                <a:cubicBezTo>
                  <a:pt x="392906" y="281880"/>
                  <a:pt x="378023" y="245715"/>
                  <a:pt x="353541" y="218331"/>
                </a:cubicBezTo>
                <a:cubicBezTo>
                  <a:pt x="362248" y="215726"/>
                  <a:pt x="371475" y="214313"/>
                  <a:pt x="381000" y="214313"/>
                </a:cubicBezTo>
                <a:cubicBezTo>
                  <a:pt x="433611" y="214313"/>
                  <a:pt x="476250" y="256952"/>
                  <a:pt x="476250" y="309563"/>
                </a:cubicBezTo>
                <a:lnTo>
                  <a:pt x="476250" y="333375"/>
                </a:lnTo>
                <a:cubicBezTo>
                  <a:pt x="476250" y="346546"/>
                  <a:pt x="465609" y="357188"/>
                  <a:pt x="452438" y="357188"/>
                </a:cubicBezTo>
                <a:lnTo>
                  <a:pt x="387921" y="357188"/>
                </a:lnTo>
                <a:close/>
                <a:moveTo>
                  <a:pt x="351234" y="119063"/>
                </a:moveTo>
                <a:cubicBezTo>
                  <a:pt x="351234" y="89492"/>
                  <a:pt x="375242" y="65484"/>
                  <a:pt x="404813" y="65484"/>
                </a:cubicBezTo>
                <a:cubicBezTo>
                  <a:pt x="434383" y="65484"/>
                  <a:pt x="458391" y="89492"/>
                  <a:pt x="458391" y="119062"/>
                </a:cubicBezTo>
                <a:cubicBezTo>
                  <a:pt x="458391" y="148633"/>
                  <a:pt x="434383" y="172641"/>
                  <a:pt x="404813" y="172641"/>
                </a:cubicBezTo>
                <a:cubicBezTo>
                  <a:pt x="375242" y="172641"/>
                  <a:pt x="351234" y="148633"/>
                  <a:pt x="351234" y="119063"/>
                </a:cubicBezTo>
                <a:close/>
                <a:moveTo>
                  <a:pt x="119063" y="321469"/>
                </a:moveTo>
                <a:cubicBezTo>
                  <a:pt x="119063" y="255687"/>
                  <a:pt x="172343" y="202406"/>
                  <a:pt x="238125" y="202406"/>
                </a:cubicBezTo>
                <a:cubicBezTo>
                  <a:pt x="303907" y="202406"/>
                  <a:pt x="357188" y="255687"/>
                  <a:pt x="357188" y="321469"/>
                </a:cubicBezTo>
                <a:lnTo>
                  <a:pt x="357188" y="333375"/>
                </a:lnTo>
                <a:cubicBezTo>
                  <a:pt x="357188" y="346546"/>
                  <a:pt x="346546" y="357188"/>
                  <a:pt x="333375" y="357188"/>
                </a:cubicBezTo>
                <a:lnTo>
                  <a:pt x="142875" y="357188"/>
                </a:lnTo>
                <a:cubicBezTo>
                  <a:pt x="129704" y="357188"/>
                  <a:pt x="119063" y="346546"/>
                  <a:pt x="119063" y="333375"/>
                </a:cubicBezTo>
                <a:lnTo>
                  <a:pt x="119063" y="321469"/>
                </a:lnTo>
                <a:close/>
              </a:path>
            </a:pathLst>
          </a:custGeom>
          <a:solidFill>
            <a:srgbClr val="C98543"/>
          </a:solidFill>
        </p:spPr>
      </p:sp>
      <p:sp>
        <p:nvSpPr>
          <p:cNvPr id="24" name="Text 21"/>
          <p:cNvSpPr/>
          <p:nvPr/>
        </p:nvSpPr>
        <p:spPr>
          <a:xfrm>
            <a:off x="10464800" y="6819900"/>
            <a:ext cx="3111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0E0E0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分享交流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490200" y="7327900"/>
            <a:ext cx="306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与同事朋友交流学习心得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176044" y="86190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4A76A8"/>
          </a:solidFill>
        </p:spPr>
      </p:sp>
      <p:sp>
        <p:nvSpPr>
          <p:cNvPr id="27" name="Text 24"/>
          <p:cNvSpPr/>
          <p:nvPr/>
        </p:nvSpPr>
        <p:spPr>
          <a:xfrm>
            <a:off x="5474494" y="8555558"/>
            <a:ext cx="2146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office@tutorial.com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867650" y="8580958"/>
            <a:ext cx="12700" cy="304800"/>
          </a:xfrm>
          <a:custGeom>
            <a:avLst/>
            <a:gdLst/>
            <a:ahLst/>
            <a:cxnLst/>
            <a:rect l="l" t="t" r="r" b="b"/>
            <a:pathLst>
              <a:path w="12700" h="304800">
                <a:moveTo>
                  <a:pt x="0" y="0"/>
                </a:moveTo>
                <a:lnTo>
                  <a:pt x="12700" y="0"/>
                </a:lnTo>
                <a:lnTo>
                  <a:pt x="127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E0E0E0">
              <a:alpha val="30196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8216900" y="86190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3E8A6D"/>
          </a:solidFill>
        </p:spPr>
      </p:sp>
      <p:sp>
        <p:nvSpPr>
          <p:cNvPr id="30" name="Text 27"/>
          <p:cNvSpPr/>
          <p:nvPr/>
        </p:nvSpPr>
        <p:spPr>
          <a:xfrm>
            <a:off x="8515350" y="8555558"/>
            <a:ext cx="2654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0E0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www.office-tutorial.com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4435</Words>
  <Application>WPS 演示</Application>
  <PresentationFormat>On-screen Show (16:9)</PresentationFormat>
  <Paragraphs>864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MiSans</vt:lpstr>
      <vt:lpstr>MiSans</vt:lpstr>
      <vt:lpstr>阿里妈妈数黑体</vt:lpstr>
      <vt:lpstr>阿里妈妈数黑体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Office办公软件从入门到精通</dc:title>
  <dc:creator>Kimi</dc:creator>
  <dc:subject>Office办公软件从入门到精通</dc:subject>
  <cp:lastModifiedBy>刘舒宇</cp:lastModifiedBy>
  <cp:revision>2</cp:revision>
  <dcterms:created xsi:type="dcterms:W3CDTF">2026-01-06T16:40:00Z</dcterms:created>
  <dcterms:modified xsi:type="dcterms:W3CDTF">2026-01-06T16:41:38Z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ffice办公软件从入门到精通","ContentProducer":"001191110108MACG2KBH8F10000","ProduceID":"19b94082-04e2-8570-8000-00001dc7aff2","ReservedCode1":"","ContentPropagator":"001191110108MACG2KBH8F20000","PropagateID":"19b94082-04e2-8570-8000-00001dc7aff2","ReservedCode2":""}</vt:lpwstr>
  </property>
  <property fmtid="{D5CDD505-2E9C-101B-9397-08002B2CF9AE}" pid="3" name="ICV">
    <vt:lpwstr>AC90ADE94F65450093DF10292DA9D739_12</vt:lpwstr>
  </property>
  <property fmtid="{D5CDD505-2E9C-101B-9397-08002B2CF9AE}" pid="4" name="KSOProductBuildVer">
    <vt:lpwstr>2052-12.1.0.24034</vt:lpwstr>
  </property>
</Properties>
</file>